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1"/>
  </p:notesMasterIdLst>
  <p:sldIdLst>
    <p:sldId id="1573" r:id="rId6"/>
    <p:sldId id="1576" r:id="rId7"/>
    <p:sldId id="1577" r:id="rId8"/>
    <p:sldId id="1579" r:id="rId9"/>
    <p:sldId id="15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0D2B6-5B95-4F9E-A8F5-EB92E7CB9A13}" type="datetimeFigureOut">
              <a:rPr lang="en-CA" smtClean="0"/>
              <a:t>2023-02-15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25C21-F957-4C6A-8EC2-F48F304D1B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64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3614-2DE9-4990-AFFA-F105725CF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FC958-23E0-44D6-828B-F84A9168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A69E-02BD-4B1E-B84E-EFF9A09D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37B3D-B36D-4D80-8EB0-12F8C4F0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9FA9-DE60-4E08-AF06-B6D950DB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6658-B25A-455C-B8F8-61908EE5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2B52-8933-4CEF-BC0E-66977149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4F5E-AF4E-4F1B-8CEF-689B7D51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4E0D-F106-4973-A24C-E201450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5EE7-371B-482F-8869-F77DBA35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BE3F-E2F1-4032-9FFA-C95FB52B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884E-B265-4AA9-B336-DC9C682B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4093-9291-49EF-92C6-7F0176F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9838-B013-4115-B2D7-C884508F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E9376-C088-44D2-BD41-BBC3BA07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1B3F-78C6-48EA-8B3B-546F1A54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676BC-5A02-4CFA-992D-5827773CE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66ED8-175A-448D-8AD9-36BE4F38E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4FBD1-F0F8-48D7-8C5B-DE3C45D8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EFF61-6DB9-48B2-AFDE-374804DF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77D87-6696-4EB4-9A18-F3180D3C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FD76-D43C-4E0D-83CC-AEEB1AD3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B4F0-A84F-4BC5-8977-CE9F9AD15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7C102-875D-4814-A302-FF4E932AF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1C7C0-6D32-4422-94CD-71CCA862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03D42-E8CF-4F67-BEDB-0FFE0021F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3E2FF-3BD2-4AAD-B058-77630D1F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11484-824B-4BC5-B44C-B439ACD2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FBB42-FB16-4D47-AACE-A6473582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9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B4C4-5568-47D1-AA22-76BB9B52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04A40-525F-4DF9-AF15-01B7EA18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CADCB-F162-4FED-B5DE-D96DCF7F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A7929-ECAB-4619-A78A-F9629088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9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366D0-1826-437A-BF84-1245B05D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787F6-6B8B-42EF-BA78-3BEB7A9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6E1D0-F328-450C-9F7F-3AF8AA3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0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0552-499B-49CC-94CB-3D39ECC6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3F87-3F97-425B-9E10-4E4B4D43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95D0B-A622-4A79-860F-0615E286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DA758-2DF1-477A-979F-04D95124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B0F1-E302-4407-8C43-F61590C4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CF24D-EFAB-4604-8DF2-2FF562AF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81D8-2C33-429B-9215-4398B157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3E166-4D60-4F47-B38F-E0C3BF402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DB21F-1E83-494E-9735-6FDD29755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C5E32-9773-4758-AA82-FC49D07F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76FD0-FD30-4A9F-B765-D5BE9107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E6B14-124A-4920-964B-8610176F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5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75EC-327C-4CFD-A20C-F29CB368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475D9-BBB3-4B8A-A798-7D7AAD6EC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0A69-97C4-4C33-9918-437CD433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33369-2DE4-40B1-B0E2-F7B380BD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81408-6DCB-44BF-8989-11CFD8D4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91942-43C7-4C83-B3B0-F9FCDA974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2B3F-427E-4FBC-914E-7438C195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747C-F62A-468F-9A6E-C3F54806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88F95-15C5-438E-8A2D-4DD2EFC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E9C7-D27B-47B6-8C7A-35C162C5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7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44602"/>
            <a:ext cx="9748630" cy="3876041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86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1" y="4876800"/>
            <a:ext cx="9748621" cy="48768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8F03-5FE5-7E40-8FB7-D42BEAA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093591"/>
            <a:ext cx="2743200" cy="36618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7232"/>
            <a:ext cx="904752" cy="36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31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7443D2D-EA6A-5F4E-811B-5EFB706E6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E86FEF6-2E65-7E42-B5ED-3A9F221A80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BF050F-89F0-2147-8471-7D05F2B0C6D2}"/>
              </a:ext>
            </a:extLst>
          </p:cNvPr>
          <p:cNvSpPr/>
          <p:nvPr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1813E0-C461-D74F-AEA5-0F28F5B3975C}"/>
              </a:ext>
            </a:extLst>
          </p:cNvPr>
          <p:cNvSpPr txBox="1">
            <a:spLocks/>
          </p:cNvSpPr>
          <p:nvPr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9F3AD48-3B85-4574-B14D-425AA0164F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14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43FF58D2-EB65-A747-8D41-6B8B55F11F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D0EE1C-9326-F34F-B8C0-33F2126DD4F2}"/>
              </a:ext>
            </a:extLst>
          </p:cNvPr>
          <p:cNvSpPr/>
          <p:nvPr userDrawn="1"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BEDB3F-0B50-D346-9DCE-862664FD78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8AB3B6-323B-F143-B517-2BC8C68D19A2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0D86348-875D-4F8F-B5FC-D06B26D171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25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02FC263-8466-244A-8D95-03132CACB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D598D5-4E7C-9241-A745-55625C87D1D9}"/>
              </a:ext>
            </a:extLst>
          </p:cNvPr>
          <p:cNvSpPr/>
          <p:nvPr userDrawn="1"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468C88-DA34-D34C-AD6F-2462089278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AFAEFA-6590-2A47-B365-28C1A47A9FD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B8FDCB-62E5-4DFB-9AD5-76961D0BA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05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3FCD7A24-1744-4148-B3BC-5CEC79AD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76A65B-C61B-1E4D-86E6-13118ED01BEB}"/>
              </a:ext>
            </a:extLst>
          </p:cNvPr>
          <p:cNvSpPr/>
          <p:nvPr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B2180FE-3B5B-6041-9E4E-A4A8643BF6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3FD36AC-F9AB-E549-88AD-B60F15304599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7811E2-7C47-46C0-BB79-D3EF6CB526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2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758C5-AB51-D148-BBC9-BD62FA5E27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tx2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tx2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tx2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2F378-5E59-9D4A-8FE4-D5FC8BCD5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AADE88-4303-B445-808C-80E033A5CBFE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CE708A-9075-40D0-94DC-C4BB7F4981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63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424F1F-C733-8F4A-ABA5-97506231B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2B9D9DB-43D9-F744-B0FC-ADD14D48F2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accent1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EFDDEC-2730-8442-A03E-6A93E21682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29B401E-ACB7-B043-A8BE-1A69B993062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A67B978-2CA3-44C5-9A2E-EA71727AB2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71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7057-0263-E045-8D56-D7A4B8BDB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06B85B-B189-6E49-B43E-A71FDA21FD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E4999B-CFC7-4D45-A352-C3DCC008C8A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A12BD-2D5F-4522-8F8F-16227CFB7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C0ADFE-7763-5548-9F0C-3F570B065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E7EFA-07B9-5C44-8059-1822A72C0FC8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69697BA-DDB5-4CC5-8348-DEBEC90932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12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26DE0C-D7AE-E84A-8F89-D5842521F5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8CA26E8-9593-6E44-AB1F-5E95158BC2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334B2D-3C2F-C349-90AE-1C4D1D7E6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24CC5-08BE-5549-8603-D74962AAF09D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8CB9E8-06C4-4C67-954D-E99832A32D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06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30EE39-93B9-F241-A1FB-3EB4A77854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E2E8E2-0E46-2A4C-B2D4-4705F438EA90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F2A4C0-CE1D-4D13-B29B-D41E1C22CC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99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683821-4F21-294E-BEED-CC9462086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8A1CA93-A6CC-0E4D-AEAB-7D8130640E4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1D8E8D-1BBC-473B-851F-67658CD37D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59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EC83AA-7D9C-3F43-B31A-3FA772F97D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A1FB49-DCD4-3543-A3E7-5ABEB8F6581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8511F9-F157-4803-B0BC-A9EE57E59D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0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9DB19B-D60D-6B4F-88B3-8C946111AE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B7043F-B609-0442-B3DF-C3AC2B86466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B421E9-A809-4BD1-BC4A-CAD2E6B6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2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24A628-C1DE-7B4B-9943-68F6FA44CCD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88D392-8818-3C4C-8396-A38B80712C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5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9F89C0-F30B-B443-93E9-B5BB425263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D106F1-4899-B14A-8969-158B20A375A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E42A79-40BF-464C-8379-3E0706E4BB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85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BEBE45-AF57-F444-8D3E-E3BF7269E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70ACA0F-7AF4-2F44-88DB-E79093BA3DF7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BE0E5D-AE7B-4E91-9145-3177EA1FD2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03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73F608-E756-0945-BE6A-82DA75D721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04123-8B13-1C47-AA3F-C58551F783C1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ED0806F-DDCB-482A-8174-FC0F00CE47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19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Emera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F2D98B-7D1A-C644-B6C2-577AD7B0FF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72041E9-FDBE-5D40-9CE9-633FA418BC6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7BCB24-676A-4FCD-95DB-AD8C73832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671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9" y="1549403"/>
            <a:ext cx="5484284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21D2CC-D3E9-9A4C-B5D8-037AACD06E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02028" y="1544320"/>
            <a:ext cx="4483946" cy="437388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04EFC5-1C7E-7943-AD99-4F14E9DB2B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264C60-143D-FC48-8418-BCCDAEAC4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3B9467F-D74F-43A0-A1C5-DA49F1E3FC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9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D281893-778B-2943-928F-977A2DC34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405C58C-9381-0547-99E3-86BF6F3C7A9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2E994E2-6F27-4EBD-9A31-03AE14EC4B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20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Emer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7908CF-67AC-7D41-A185-2D954E274E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C06FA5-6470-9448-9F0E-8F04397B088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8C09C21-B253-4286-A05B-E14F57AEE8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18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CC7FCE8-4ED2-6347-9FA9-EA971FC2F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0AE811-D3D4-4D4E-93FD-55E6CEC853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D63BEC-4CAF-964B-9C58-EDEE0DD346F5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5634CB4-00CA-4330-941F-19C2892916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407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521C99-9BE9-BF46-9D58-97D097F2F90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2D9B7D67-1155-9244-84E6-D2E466A498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BBDB6F3-62FA-9345-B3DE-1B6236B299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A0FCCFA-D894-754C-BCE7-9F1E3512BE8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917AA5-8E5F-4DDE-9BA5-E325BF0168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40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D0317F-B345-2843-A6A3-8A7E84AF42F3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F52A5DB-9B21-4641-AD23-BDD537F0DE8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5EB602-103B-B142-B17C-31C84FB4BF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5984C3D-B388-0448-8FE8-A615E16F61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178B7-DE37-4DF2-A0FB-4B5790E67D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84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F2E3F0-354B-E24B-8D2C-FCEFA6C576AD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AE1FAA7A-321D-3C49-B28B-27257B7725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4306A1-7279-2146-BC01-FAB56FA0C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2E2DC44-8FE8-0548-A5A9-A37521ADB23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DB3BC5B-1354-477D-BFDC-E30A48374F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71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/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FDEF15-9253-0345-8555-75DE34792C1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6541877-FF15-4944-84D2-451ADC3041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6510209-03EF-F240-A19F-85962F81B2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176F2FF-00EB-1D42-AB80-178DB997167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F4F2E4-EFD6-4BB7-AFE1-B4DF597D4E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84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/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71A135-8682-8648-BE12-36B90489F53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F887C0CA-817E-EE40-B546-956B2EF160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7FCA5B-5092-0944-BF4A-EDFCC4334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6E12C6A-EE25-1C45-9306-84864D9D752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A0674B-4DAE-444B-BCDB-2E9B421249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60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79EAE7-208C-D547-B0C9-395F0AFC5BD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2" y="808286"/>
            <a:ext cx="6807188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919FB6-2217-A64C-9A76-CB67B43516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46C9EF-793E-F747-94D0-585E82955F5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D512392-F00B-4E5C-B223-4903BC6CFA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19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7FD20C-4E3B-B04C-891E-4C3CD46B228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5F0BB2-2E33-5B45-9DD4-FCF6A2E52D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CFBF2-200E-654B-844C-73EEFE52C3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111D9C-020E-483D-9677-6CF812C47A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8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D5D9E0-599C-2349-8044-80C5B5F561B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99EBD89-59CD-064F-8B66-08764C1162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D25EE06-7C99-214C-BB7E-A81D00533FF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0EC1B6-E9A1-4FBE-905B-1480CA476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899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8D9AA5-301C-8446-8329-D85FAFB77F19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C2F46D-B3AA-704E-8095-319212D650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25ADF40-8C7A-B842-A283-EC56D6172BB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A7A1DE-068D-49C3-B383-77B6B87139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08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5280F2-08AA-5D4E-80BB-53C27C0AD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CB68DB-F73C-2944-8B01-2CEF7A7467B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59E2B08-7F26-49F7-9B6F-8C4B905AB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970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9B8DD5D-2340-AB46-91FB-CE30476ABE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28DF6-0E85-4847-A53D-9BB8799993A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E7AE51-B508-4D35-B679-B7E6EBDD15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499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2D1FAB9-AE46-F249-96FE-85BD77431A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189003-BA71-3F4E-919D-A6FBEC3CC1E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C23978E-CF03-46B5-AA82-145DF87FAC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052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83976E-DE2F-0445-82B8-69CE1BDA858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DC47FE-3865-E140-A247-6F4677222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0BAACF-9BF1-4F3E-B798-8BAC7329F5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3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an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190935D-F3AA-6E4D-A4FB-D1070FCF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EC9FA85-3BC8-9344-A6B5-53CA892777D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E6D6160-9FA9-4BAC-A947-8B6C204FB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429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late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59A134-B598-EE40-B1FC-30B52D6673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2212B9-2CEB-7547-BBC9-807AA79C3CD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00F34CF-63D9-4EFD-9AE6-D4C308F4C7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01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FD1C66-F192-6644-874C-A4EE554B71AD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040262B-723D-504A-8CD2-E04378BCE1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9713BE-0FEE-9241-838A-03499D7708C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367EE3-1DD1-254A-BD3B-62F321C9D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80D10BF-585E-4898-8664-37EF97D78E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0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D9CB7D-5AA5-CA4F-9C8D-1D524C80A281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049AECA-5AB8-4E4D-A474-D76F7A6167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2BA8A3-0138-AC46-B8F8-6EF936CD95E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380DFE-345F-304F-8EEA-21D5D0B0AD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8E0D571-E764-4F84-AE65-0EA7F2397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18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C774F6-C499-1846-BB22-F0472EF35C0B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F6A3C93-C982-8040-99DB-36102E0414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CDEC2E4-075B-CC43-AE5D-1CCB4BF050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42D58E-864B-DF4C-903C-DA968A2D3EC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6EEC0E-10A4-4ADD-BD44-393C5E7E5B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992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5254-7236-674D-96A7-CC7CBF8FC818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9F59BDF-9559-B647-8E56-7F60C9EB16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78B9FC-55B8-4849-8B95-4276604D1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988482F-81D9-C14F-BE71-7F9530F4373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EE0420-EDF8-464A-BF36-6FEFAF98B5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862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2A63686-D1F9-F046-9D0B-854800EFA9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35736-7A12-1B4C-90A5-D76999521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49A4DE-16D4-40A2-80EC-D90ECFF2E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- Imag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E89E38-2F38-6E4C-A2FD-5B3DD0BDB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AED8CFE-090C-F942-B0A6-2D93185C42E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2F8080-2381-498D-ABCE-07CE58BF13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123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69ECD79-EE6B-704B-B6F0-592806490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489AF25-3031-4743-B4FC-50CF74F544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E57A4DA-FFAF-423F-B736-9754129C9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05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5B86E5-9A33-A443-85D2-35F95DCCD3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4A0E715-D885-574F-AAEB-DF452CF5F76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17FDA1-BF12-4DE4-88EC-829DA639BD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341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 - Lef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500831-6A7D-FB4D-AB11-1A746DB41E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A42FEE6-89D0-3A42-9025-D578EAB7A1A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DF3CD4B-2AE1-4E03-8611-D188EC6AD7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82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Left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1A07FBE-71F2-8F4C-B6A4-9A1AD7D9B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01BE3E9-BE81-E341-9716-B41F60388503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DDB80F-37F7-4F75-9C31-366F5C8D00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680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 userDrawn="1"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E051A85-4B3D-AF44-980C-E77911FF3BA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16A491-AD1A-CD48-85CF-1265D4EFDB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2EB171F-8774-4F7F-9496-40FE00942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656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691D56-1518-8344-B783-495A8E74137F}"/>
              </a:ext>
            </a:extLst>
          </p:cNvPr>
          <p:cNvSpPr/>
          <p:nvPr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7A123EE-D3C2-304A-8E26-3AD4C3B9D24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1293C2-9B9D-9A46-B2F0-68A0C0570E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9D0FD66-FC97-4939-8927-79F050AE88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606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2"/>
            <a:ext cx="5484286" cy="4368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6D6D62-0C98-9D4C-AF6D-E6A5DAB3A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77C52E-D382-2B4C-8AE2-190221ADAD4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E21EF97-1D2A-43E2-9022-9BF573C596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7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E6A8C7-2E83-2A44-A1D6-35D670D8EF94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3"/>
            <a:ext cx="548428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A72A807-2BF4-5A43-AB97-3283455AE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70CB19C-DBD4-464A-9B53-83EEA04C7C5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4376F7F-001E-48EC-A12E-CF403CB78F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185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9F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F2E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354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568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356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5684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C7E69B0-E9B0-4246-8735-40F6F41F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E49EA89-4E03-674D-A143-83F3A9E146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31546DC-5D5A-4C60-AED4-511839577D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68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200">
          <p15:clr>
            <a:srgbClr val="FBAE40"/>
          </p15:clr>
        </p15:guide>
        <p15:guide id="6" pos="160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1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E9E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0915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4750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93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4750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B2A8DB8-3A5F-A140-9729-1F1191666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89DDC96-8CC6-9C4A-9324-1F529689A66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89983E-678F-4D34-AE8F-9C07B5A9A9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E8EE7EF-653B-2843-81F2-D8D0B2F2E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59124-3AD2-B245-A9FE-B76EA285D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27D9C3-3B44-1C43-9CFB-313394F6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40B94D-CEF1-AB46-A95A-BDAFF827810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D060ED-94C1-417B-898E-545F4E2170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582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42C3C98-0B52-764E-BD4F-E785C7D990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2200957B-B92C-4F4F-82D8-4157ED243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  <a:effectLst/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0C9DE0-CA2D-DC4E-8CA3-2BB668010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344793-6C5F-244F-8069-E41582B4D57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EDCBB-E4BF-41FB-BAE2-B0DA94AC8A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96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D8EE061E-38BC-8B43-A4A0-D52435F3C3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64E32D6-13C3-674C-A765-9FB732E0BA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757056-8B38-414B-A3C1-68126D74FFE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318F9CB-577F-4B59-A18B-C42BEF4EA4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041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0AEF579-1847-264C-B453-30760E5F17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DC82BE6-7B58-474F-A7CB-5F6B48EA2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E43B248-2C67-1947-9849-73AE2A93AE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66DF318-2F75-6E44-82E7-237AFA72D37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69BD65-6B16-41B8-818B-DA1AA348BB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655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84D5A3-EAD7-0344-A022-6EFC7B21C352}"/>
              </a:ext>
            </a:extLst>
          </p:cNvPr>
          <p:cNvSpPr/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7" y="1549400"/>
            <a:ext cx="5484283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E41EA5E-C05D-5345-94C4-E409862D7D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1FDDEBC-E19C-E14F-9614-46CC06F2D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37127F0-5E10-8149-8259-CF4BC06D277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8561038-2FAE-47AD-B9E7-BFC5475FB4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44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and"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0B265D-416F-6D4C-BD6A-1023D282FD72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9" y="1549400"/>
            <a:ext cx="5484284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56839B6E-8454-764B-A0DD-1D6A6BB87D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7BDCA4F-A165-8044-B964-57B1087D39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8045044-05B8-4B40-A075-AFEE670D6E2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62C6E75-4CD4-4BA8-8F10-1E1F1F3277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449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late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19E110-8D09-4A4E-AC3E-91CC07431EDF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7" y="238654"/>
            <a:ext cx="7821083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" y="1549400"/>
            <a:ext cx="5486400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6B3A078-12CC-4740-A570-2E33116650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E7548E2-B67E-B841-AD7F-5651EDFCC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2DEA37B-BE05-7248-85C0-BF881A322D3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FE7A2C6-F3D7-46C5-B13A-17AC9B6E33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55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B00DFD-3A8E-AF43-952F-E355811A654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938B5-A5C0-9B48-BB0E-0A1FBFCFD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6ED8F1D-CE9D-4B9F-AFF4-E0B6A8C02F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5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323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A325AF6-4C02-9043-A6C0-53AE0B4AACEE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VIDEO ONLY</a:t>
            </a:r>
          </a:p>
        </p:txBody>
      </p:sp>
    </p:spTree>
    <p:extLst>
      <p:ext uri="{BB962C8B-B14F-4D97-AF65-F5344CB8AC3E}">
        <p14:creationId xmlns:p14="http://schemas.microsoft.com/office/powerpoint/2010/main" val="3350865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6500"/>
            <a:ext cx="904752" cy="367276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31AC482-2C1D-DC4D-81D0-C5A539366BE6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1BE385-7E09-0A4F-A700-6A9F8DFE1E08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86290BB2-8F80-7F46-B8ED-B9E22E2A6099}"/>
              </a:ext>
            </a:extLst>
          </p:cNvPr>
          <p:cNvSpPr txBox="1">
            <a:spLocks/>
          </p:cNvSpPr>
          <p:nvPr userDrawn="1"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873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oleObject" Target="../embeddings/oleObject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image" Target="../media/image1.emf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tags" Target="../tags/tag1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C62DC-A346-4EA8-8D24-DC410F87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4D534-C453-4563-87B0-34E92759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A501-7884-438B-A0E7-328A023CA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5748F-D7FC-48D3-BB3F-645AD45ADC3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3519-E07D-4A91-BB8F-AAF65DAD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B4C6-14E6-43EC-8C50-0EACB0024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DDB782A-2443-4FBF-A56B-628E68C196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7"/>
            </p:custDataLst>
            <p:extLst>
              <p:ext uri="{D42A27DB-BD31-4B8C-83A1-F6EECF244321}">
                <p14:modId xmlns:p14="http://schemas.microsoft.com/office/powerpoint/2010/main" val="145953148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8" imgW="586" imgH="585" progId="TCLayout.ActiveDocument.1">
                  <p:embed/>
                </p:oleObj>
              </mc:Choice>
              <mc:Fallback>
                <p:oleObj name="think-cell Slide" r:id="rId68" imgW="586" imgH="5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DDB782A-2443-4FBF-A56B-628E68C19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51C71-18B6-1C45-A95E-18F41509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238654"/>
            <a:ext cx="11578166" cy="1005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06FF-9947-A64A-BBEA-43E1E542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16" y="1553261"/>
            <a:ext cx="9753600" cy="43649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5">
            <a:extLst>
              <a:ext uri="{FF2B5EF4-FFF2-40B4-BE49-F238E27FC236}">
                <a16:creationId xmlns:a16="http://schemas.microsoft.com/office/drawing/2014/main" id="{C921594D-1D54-2241-8AEE-7C5254D4D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917" y="6102863"/>
            <a:ext cx="2743200" cy="36618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</p:spTree>
    <p:extLst>
      <p:ext uri="{BB962C8B-B14F-4D97-AF65-F5344CB8AC3E}">
        <p14:creationId xmlns:p14="http://schemas.microsoft.com/office/powerpoint/2010/main" val="67903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</p:sldLayoutIdLst>
  <p:hf sldNum="0" hdr="0" ftr="0"/>
  <p:txStyles>
    <p:titleStyle>
      <a:lvl1pPr algn="l" defTabSz="82294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accent6"/>
          </a:solidFill>
          <a:latin typeface="+mj-lt"/>
          <a:ea typeface="Constantia" charset="0"/>
          <a:cs typeface="Constantia" charset="0"/>
        </a:defRPr>
      </a:lvl1pPr>
    </p:titleStyle>
    <p:bodyStyle>
      <a:lvl1pPr marL="205735" indent="-205735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defRPr sz="1680" b="0" i="0" kern="1200">
          <a:solidFill>
            <a:schemeClr val="accent6"/>
          </a:solidFill>
          <a:latin typeface="+mn-lt"/>
          <a:ea typeface="+mn-ea"/>
          <a:cs typeface="+mn-cs"/>
        </a:defRPr>
      </a:lvl1pPr>
      <a:lvl2pPr marL="41528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2292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830560" indent="-20002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099158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26308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2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1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2400">
          <p15:clr>
            <a:srgbClr val="F26B43"/>
          </p15:clr>
        </p15:guide>
        <p15:guide id="12" orient="horz" pos="1350">
          <p15:clr>
            <a:srgbClr val="F26B43"/>
          </p15:clr>
        </p15:guide>
        <p15:guide id="16" orient="horz" pos="124">
          <p15:clr>
            <a:srgbClr val="F26B43"/>
          </p15:clr>
        </p15:guide>
        <p15:guide id="17" orient="horz" pos="2530">
          <p15:clr>
            <a:srgbClr val="F26B43"/>
          </p15:clr>
        </p15:guide>
        <p15:guide id="22" orient="horz" pos="2330">
          <p15:clr>
            <a:srgbClr val="F26B43"/>
          </p15:clr>
        </p15:guide>
        <p15:guide id="23" pos="240">
          <p15:clr>
            <a:srgbClr val="F26B43"/>
          </p15:clr>
        </p15:guide>
        <p15:guide id="24" pos="4560">
          <p15:clr>
            <a:srgbClr val="F26B43"/>
          </p15:clr>
        </p15:guide>
        <p15:guide id="26" orient="horz" pos="270">
          <p15:clr>
            <a:srgbClr val="F26B43"/>
          </p15:clr>
        </p15:guide>
        <p15:guide id="44" pos="120">
          <p15:clr>
            <a:srgbClr val="F26B43"/>
          </p15:clr>
        </p15:guide>
        <p15:guide id="45" pos="4680">
          <p15:clr>
            <a:srgbClr val="F26B43"/>
          </p15:clr>
        </p15:guide>
        <p15:guide id="46" orient="horz" pos="606">
          <p15:clr>
            <a:srgbClr val="F26B43"/>
          </p15:clr>
        </p15:guide>
        <p15:guide id="47" orient="horz" pos="493">
          <p15:clr>
            <a:srgbClr val="F26B43"/>
          </p15:clr>
        </p15:guide>
        <p15:guide id="48" pos="3200">
          <p15:clr>
            <a:srgbClr val="F26B43"/>
          </p15:clr>
        </p15:guide>
        <p15:guide id="49" pos="400">
          <p15:clr>
            <a:srgbClr val="F26B43"/>
          </p15:clr>
        </p15:guide>
        <p15:guide id="50" pos="4400">
          <p15:clr>
            <a:srgbClr val="F26B43"/>
          </p15:clr>
        </p15:guide>
        <p15:guide id="51" pos="1600">
          <p15:clr>
            <a:srgbClr val="F26B43"/>
          </p15:clr>
        </p15:guide>
        <p15:guide id="52" pos="2280">
          <p15:clr>
            <a:srgbClr val="F26B43"/>
          </p15:clr>
        </p15:guide>
        <p15:guide id="53" pos="25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3CC6-D9E2-4130-BEB1-A50D4625A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Scene</a:t>
            </a:r>
            <a:r>
              <a:rPr lang="en-US" sz="4000"/>
              <a:t>+ usage of slots: </a:t>
            </a:r>
            <a:br>
              <a:rPr lang="en-US" sz="4000"/>
            </a:br>
            <a:r>
              <a:rPr lang="en-US" sz="4000"/>
              <a:t>Purpose</a:t>
            </a:r>
            <a:r>
              <a:rPr lang="en-US" sz="4000" dirty="0"/>
              <a:t>, Implementation, Challenges</a:t>
            </a:r>
            <a:endParaRPr lang="en-CA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1CB5-89B1-45BB-B72E-A64A6347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5878"/>
            <a:r>
              <a:rPr lang="en-US" dirty="0">
                <a:solidFill>
                  <a:srgbClr val="ECE8D4"/>
                </a:solidFill>
                <a:latin typeface="Century Gothic" panose="020B0502020202020204"/>
              </a:rPr>
              <a:t>June. 2022</a:t>
            </a:r>
          </a:p>
        </p:txBody>
      </p:sp>
    </p:spTree>
    <p:extLst>
      <p:ext uri="{BB962C8B-B14F-4D97-AF65-F5344CB8AC3E}">
        <p14:creationId xmlns:p14="http://schemas.microsoft.com/office/powerpoint/2010/main" val="277305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68900-3D75-8D03-668C-5037DBBA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projects running at the same time and having different release date</a:t>
            </a:r>
          </a:p>
          <a:p>
            <a:r>
              <a:rPr lang="en-US" dirty="0"/>
              <a:t>Partner’s preference was to test only their projects changes and not to merge their features with other projects</a:t>
            </a:r>
          </a:p>
          <a:p>
            <a:r>
              <a:rPr lang="en-US" dirty="0"/>
              <a:t>Partner asking for separate environment where only their changes are hosted</a:t>
            </a:r>
          </a:p>
          <a:p>
            <a:r>
              <a:rPr lang="en-US" dirty="0"/>
              <a:t>Project release date is never fixed so that makes it harder to manage the lower environment and client’s approval on testing</a:t>
            </a:r>
          </a:p>
        </p:txBody>
      </p:sp>
    </p:spTree>
    <p:extLst>
      <p:ext uri="{BB962C8B-B14F-4D97-AF65-F5344CB8AC3E}">
        <p14:creationId xmlns:p14="http://schemas.microsoft.com/office/powerpoint/2010/main" val="400099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F57279-4740-FD10-7540-D37747B6A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0787" y="0"/>
            <a:ext cx="6513311" cy="676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63EA8-133D-5DA9-64E6-D38DE889F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1146" y="643467"/>
            <a:ext cx="6809707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68900-3D75-8D03-668C-5037DBBA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dirty="0"/>
              <a:t>Manage the current projects that are in pipeline</a:t>
            </a:r>
          </a:p>
          <a:p>
            <a:r>
              <a:rPr lang="en-US" dirty="0"/>
              <a:t>And close coordination with other team to make required changes at the same time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BTS</a:t>
            </a:r>
          </a:p>
          <a:p>
            <a:pPr lvl="1"/>
            <a:r>
              <a:rPr lang="en-US" dirty="0"/>
              <a:t>Engineering Team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85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BL FULL">
  <a:themeElements>
    <a:clrScheme name="Bond2020WINE">
      <a:dk1>
        <a:srgbClr val="32112C"/>
      </a:dk1>
      <a:lt1>
        <a:srgbClr val="FFFFFF"/>
      </a:lt1>
      <a:dk2>
        <a:srgbClr val="E1E9E2"/>
      </a:dk2>
      <a:lt2>
        <a:srgbClr val="0E331D"/>
      </a:lt2>
      <a:accent1>
        <a:srgbClr val="ECE8D4"/>
      </a:accent1>
      <a:accent2>
        <a:srgbClr val="6DC8B8"/>
      </a:accent2>
      <a:accent3>
        <a:srgbClr val="CE009F"/>
      </a:accent3>
      <a:accent4>
        <a:srgbClr val="2E786A"/>
      </a:accent4>
      <a:accent5>
        <a:srgbClr val="3B1535"/>
      </a:accent5>
      <a:accent6>
        <a:srgbClr val="000000"/>
      </a:accent6>
      <a:hlink>
        <a:srgbClr val="CE009F"/>
      </a:hlink>
      <a:folHlink>
        <a:srgbClr val="C6C6C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BL FULL" id="{63F677E4-D148-4847-91A1-21B5CB76B3A5}" vid="{A607612E-B64A-7948-A8DE-20E07EDF8A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802F672C55D46ADA479652717747D" ma:contentTypeVersion="12" ma:contentTypeDescription="Create a new document." ma:contentTypeScope="" ma:versionID="21b8e657ea2d92086d97dc6768dbd364">
  <xsd:schema xmlns:xsd="http://www.w3.org/2001/XMLSchema" xmlns:xs="http://www.w3.org/2001/XMLSchema" xmlns:p="http://schemas.microsoft.com/office/2006/metadata/properties" xmlns:ns2="a35903e9-d12c-45a4-b6ed-b2118ba52f68" xmlns:ns3="f689e1d2-dd8c-4bd9-b74e-10c44df91c13" targetNamespace="http://schemas.microsoft.com/office/2006/metadata/properties" ma:root="true" ma:fieldsID="f910de651f0ff1e6b206e4634e177caf" ns2:_="" ns3:_="">
    <xsd:import namespace="a35903e9-d12c-45a4-b6ed-b2118ba52f68"/>
    <xsd:import namespace="f689e1d2-dd8c-4bd9-b74e-10c44df91c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903e9-d12c-45a4-b6ed-b2118ba52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e1d2-dd8c-4bd9-b74e-10c44df91c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50A169-7616-4962-98C3-E1B979149B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8083DC-8C25-42F0-A453-7B5B9CB3D97D}">
  <ds:schemaRefs>
    <ds:schemaRef ds:uri="a35903e9-d12c-45a4-b6ed-b2118ba52f68"/>
    <ds:schemaRef ds:uri="f689e1d2-dd8c-4bd9-b74e-10c44df91c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44681A-778C-4C28-A29D-07FB18ACDB33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f689e1d2-dd8c-4bd9-b74e-10c44df91c13"/>
    <ds:schemaRef ds:uri="a35903e9-d12c-45a4-b6ed-b2118ba52f68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107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Palatino Linotype</vt:lpstr>
      <vt:lpstr>Office Theme</vt:lpstr>
      <vt:lpstr>BBL FULL</vt:lpstr>
      <vt:lpstr>think-cell Slide</vt:lpstr>
      <vt:lpstr>Scene+ usage of slots:  Purpose, Implementation, Challenges</vt:lpstr>
      <vt:lpstr>Purpose</vt:lpstr>
      <vt:lpstr>Solution</vt:lpstr>
      <vt:lpstr>PowerPoint Presentation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Synergy  Team Structure</dc:title>
  <dc:creator>Aeri, Shashank</dc:creator>
  <cp:lastModifiedBy>Adhaduk, Nik</cp:lastModifiedBy>
  <cp:revision>8</cp:revision>
  <dcterms:created xsi:type="dcterms:W3CDTF">2021-08-12T19:16:06Z</dcterms:created>
  <dcterms:modified xsi:type="dcterms:W3CDTF">2023-02-15T18:00:26Z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0x0101000CD802F672C55D46ADA479652717747D</vt:lpwstr>
  </property>
</Properties>
</file>