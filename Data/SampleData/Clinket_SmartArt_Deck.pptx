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graphics/data1.xml" ContentType="application/vnd.openxmlformats-officedocument.drawingml.diagramData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2d1ae2b0586479d" /></Relationships>
</file>

<file path=ppt/presentation.xml><?xml version="1.0" encoding="utf-8"?>
<p:presentation xmlns:p="http://schemas.openxmlformats.org/presentationml/2006/main">
  <p:sldSz cx="9144000" cy="6858000"/>
  <p:sldIdLst>
    <p:sldId xmlns:r="http://schemas.openxmlformats.org/officeDocument/2006/relationships" id="256" r:id="R13063276f69b4b51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13063276f69b4b51" /></Relationships>
</file>

<file path=ppt/graphics/data1.xml><?xml version="1.0" encoding="utf-8"?>
<dgm:dataModel xmlns:dgm="http://schemas.openxmlformats.org/drawingml/2006/diagram" xmlns:a="http://schemas.openxmlformats.org/drawingml/2006/main">
  <dgm:ptLst>
    <dgm:pt modelId="n3">
      <dgm:t>
        <a:bodyPr/>
        <a:lstStyle/>
        <a:p>
          <a:r>
            <a:t>Technician arrives</a:t>
          </a:r>
        </a:p>
      </dgm:t>
    </dgm:pt>
    <dgm:pt modelId="0" type="doc"/>
    <dgm:pt modelId="n1">
      <dgm:t>
        <a:bodyPr/>
        <a:lstStyle/>
        <a:p>
          <a:r>
            <a:t>Book online</a:t>
          </a:r>
        </a:p>
      </dgm:t>
    </dgm:pt>
    <dgm:pt modelId="n2">
      <dgm:t>
        <a:bodyPr/>
        <a:lstStyle/>
        <a:p>
          <a:r>
            <a:t>Review</a:t>
          </a:r>
        </a:p>
      </dgm:t>
    </dgm:pt>
    <dgm:pt modelId="n4">
      <dgm:t>
        <a:bodyPr/>
        <a:lstStyle/>
        <a:p>
          <a:r>
            <a:t>Review</a:t>
          </a:r>
        </a:p>
      </dgm:t>
    </dgm:pt>
    <dgm:pt modelId="t1" type="sibTrans" cxnId="c1">
      <dgm:t>
        <a:bodyPr/>
        <a:lstStyle/>
        <a:p>
          <a:r>
            <a:t>we confirm within 2 hours</a:t>
          </a:r>
        </a:p>
      </dgm:t>
    </dgm:pt>
    <dgm:pt modelId="p1" type="pres">
      <dgm:t>
        <a:bodyPr/>
        <a:lstStyle/>
        <a:p>
          <a:r>
            <a:t>Book online</a:t>
          </a:r>
        </a:p>
      </dgm:t>
    </dgm:pt>
  </dgm:ptLst>
  <dgm:cxnLst>
    <dgm:cxn modelId="c1" srcId="0" destId="n1" srcOrd="0" destOrd="0" sibTransId="t1"/>
    <dgm:cxn modelId="c2" srcId="0" destId="n2" srcOrd="1" destOrd="0"/>
    <dgm:cxn modelId="c3" srcId="0" destId="n3" srcOrd="2" destOrd="0"/>
    <dgm:cxn modelId="c4" srcId="0" destId="n4" srcOrd="3" destOrd="0"/>
    <dgm:cxn modelId="c5" type="presOf" srcId="n1" destId="p1" srcOrd="0" destOrd="0"/>
  </dgm:cxnLst>
</dgm:dataModel>
</file>

<file path=ppt/slides/_rels/slide1.xml.rels>&#65279;<?xml version="1.0" encoding="utf-8"?><Relationships xmlns="http://schemas.openxmlformats.org/package/2006/relationships"><Relationship Type="http://schemas.openxmlformats.org/officeDocument/2006/relationships/diagramData" Target="/ppt/graphics/data1.xml" Id="Rcb48ee6113d144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Diagram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5486400" cy="3200400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cb48ee6113d14423"/>
          </a:graphicData>
        </a:graphic>
      </p:graphicFrame>
    </p:spTree>
  </p:cSld>
</p:sld>
</file>