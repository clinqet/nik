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0"/>
  </p:notesMasterIdLst>
  <p:sldIdLst>
    <p:sldId id="1573" r:id="rId6"/>
    <p:sldId id="1578" r:id="rId7"/>
    <p:sldId id="1579" r:id="rId8"/>
    <p:sldId id="158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10D2B6-5B95-4F9E-A8F5-EB92E7CB9A13}" type="datetimeFigureOut">
              <a:rPr lang="en-CA" smtClean="0"/>
              <a:t>2024-04-30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625C21-F957-4C6A-8EC2-F48F304D1B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0641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sv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sv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sv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sv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sv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sv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svg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13614-2DE9-4990-AFFA-F105725CF3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7FC958-23E0-44D6-828B-F84A91685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BA69E-02BD-4B1E-B84E-EFF9A09D7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748F-D7FC-48D3-BB3F-645AD45ADC35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37B3D-B36D-4D80-8EB0-12F8C4F0B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19FA9-DE60-4E08-AF06-B6D950DB3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04BB8-AF2B-4616-88EF-F84E41B7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63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F6658-B25A-455C-B8F8-61908EE5B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32B52-8933-4CEF-BC0E-66977149C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D4F5E-AF4E-4F1B-8CEF-689B7D51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748F-D7FC-48D3-BB3F-645AD45ADC35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C4E0D-F106-4973-A24C-E201450EF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35EE7-371B-482F-8869-F77DBA353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04BB8-AF2B-4616-88EF-F84E41B7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489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0BE3F-E2F1-4032-9FFA-C95FB52B4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E884E-B265-4AA9-B336-DC9C682BF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D4093-9291-49EF-92C6-7F0176FB4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748F-D7FC-48D3-BB3F-645AD45ADC35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99838-B013-4115-B2D7-C884508F5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E9376-C088-44D2-BD41-BBC3BA076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04BB8-AF2B-4616-88EF-F84E41B7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17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31B3F-78C6-48EA-8B3B-546F1A540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676BC-5A02-4CFA-992D-5827773CE0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666ED8-175A-448D-8AD9-36BE4F38E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94FBD1-F0F8-48D7-8C5B-DE3C45D84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748F-D7FC-48D3-BB3F-645AD45ADC35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EFF61-6DB9-48B2-AFDE-374804DF7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477D87-6696-4EB4-9A18-F3180D3C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04BB8-AF2B-4616-88EF-F84E41B7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323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1FD76-D43C-4E0D-83CC-AEEB1AD38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5B4F0-A84F-4BC5-8977-CE9F9AD15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D7C102-875D-4814-A302-FF4E932AF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91C7C0-6D32-4422-94CD-71CCA8626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F03D42-E8CF-4F67-BEDB-0FFE0021F2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03E2FF-3BD2-4AAD-B058-77630D1FA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748F-D7FC-48D3-BB3F-645AD45ADC35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111484-824B-4BC5-B44C-B439ACD2B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FFBB42-FB16-4D47-AACE-A64735821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04BB8-AF2B-4616-88EF-F84E41B7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294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2B4C4-5568-47D1-AA22-76BB9B524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F04A40-525F-4DF9-AF15-01B7EA18B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748F-D7FC-48D3-BB3F-645AD45ADC35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2CADCB-F162-4FED-B5DE-D96DCF7FC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AA7929-ECAB-4619-A78A-F96290883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04BB8-AF2B-4616-88EF-F84E41B7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896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6366D0-1826-437A-BF84-1245B05DF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748F-D7FC-48D3-BB3F-645AD45ADC35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F787F6-6B8B-42EF-BA78-3BEB7A950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76E1D0-F328-450C-9F7F-3AF8AA381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04BB8-AF2B-4616-88EF-F84E41B7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605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80552-499B-49CC-94CB-3D39ECC6F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93F87-3F97-425B-9E10-4E4B4D431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795D0B-A622-4A79-860F-0615E286F2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4DA758-2DF1-477A-979F-04D951241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748F-D7FC-48D3-BB3F-645AD45ADC35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83B0F1-E302-4407-8C43-F61590C44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BCF24D-EFAB-4604-8DF2-2FF562AFD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04BB8-AF2B-4616-88EF-F84E41B7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345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B81D8-2C33-429B-9215-4398B157D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33E166-4D60-4F47-B38F-E0C3BF402D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DDB21F-1E83-494E-9735-6FDD297559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9C5E32-9773-4758-AA82-FC49D07FF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748F-D7FC-48D3-BB3F-645AD45ADC35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C76FD0-FD30-4A9F-B765-D5BE91072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5E6B14-124A-4920-964B-8610176FF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04BB8-AF2B-4616-88EF-F84E41B7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857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875EC-327C-4CFD-A20C-F29CB368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B475D9-BBB3-4B8A-A798-7D7AAD6EC2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90A69-97C4-4C33-9918-437CD433F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748F-D7FC-48D3-BB3F-645AD45ADC35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33369-2DE4-40B1-B0E2-F7B380BD2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81408-6DCB-44BF-8989-11CFD8D4D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04BB8-AF2B-4616-88EF-F84E41B7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91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B91942-43C7-4C83-B3B0-F9FCDA974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202B3F-427E-4FBC-914E-7438C195F1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D747C-F62A-468F-9A6E-C3F54806B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748F-D7FC-48D3-BB3F-645AD45ADC35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88F95-15C5-438E-8A2D-4DD2EFC6B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1E9C7-D27B-47B6-8C7A-35C162C59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04BB8-AF2B-4616-88EF-F84E41B7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9377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244602"/>
            <a:ext cx="9748630" cy="3876041"/>
          </a:xfrm>
          <a:prstGeom prst="rect">
            <a:avLst/>
          </a:prstGeom>
        </p:spPr>
        <p:txBody>
          <a:bodyPr bIns="0" anchor="ctr">
            <a:noAutofit/>
          </a:bodyPr>
          <a:lstStyle>
            <a:lvl1pPr algn="l">
              <a:lnSpc>
                <a:spcPct val="100000"/>
              </a:lnSpc>
              <a:defRPr sz="8640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1" y="4876800"/>
            <a:ext cx="9748621" cy="48768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400" b="0" i="0">
                <a:solidFill>
                  <a:schemeClr val="accent2"/>
                </a:solidFill>
                <a:latin typeface="+mn-lt"/>
              </a:defRPr>
            </a:lvl1pPr>
            <a:lvl2pPr marL="411470" indent="0" algn="ctr">
              <a:buNone/>
              <a:defRPr sz="1800"/>
            </a:lvl2pPr>
            <a:lvl3pPr marL="822940" indent="0" algn="ctr">
              <a:buNone/>
              <a:defRPr sz="1620"/>
            </a:lvl3pPr>
            <a:lvl4pPr marL="1234410" indent="0" algn="ctr">
              <a:buNone/>
              <a:defRPr sz="1440"/>
            </a:lvl4pPr>
            <a:lvl5pPr marL="1645879" indent="0" algn="ctr">
              <a:buNone/>
              <a:defRPr sz="1440"/>
            </a:lvl5pPr>
            <a:lvl6pPr marL="2057348" indent="0" algn="ctr">
              <a:buNone/>
              <a:defRPr sz="1440"/>
            </a:lvl6pPr>
            <a:lvl7pPr marL="2468818" indent="0" algn="ctr">
              <a:buNone/>
              <a:defRPr sz="1440"/>
            </a:lvl7pPr>
            <a:lvl8pPr marL="2880288" indent="0" algn="ctr">
              <a:buNone/>
              <a:defRPr sz="1440"/>
            </a:lvl8pPr>
            <a:lvl9pPr marL="3291758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968F03-5FE5-7E40-8FB7-D42BEAAF96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093591"/>
            <a:ext cx="2743200" cy="366184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May 2020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416369E-7467-854F-90E8-46A7AD79DA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70935" y="6047232"/>
            <a:ext cx="904752" cy="367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7313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Win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drawing&#10;&#10;Description automatically generated">
            <a:extLst>
              <a:ext uri="{FF2B5EF4-FFF2-40B4-BE49-F238E27FC236}">
                <a16:creationId xmlns:a16="http://schemas.microsoft.com/office/drawing/2014/main" id="{47443D2D-EA6A-5F4E-811B-5EFB706E69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725" r="12725" b="22255"/>
          <a:stretch/>
        </p:blipFill>
        <p:spPr>
          <a:xfrm>
            <a:off x="0" y="685800"/>
            <a:ext cx="12192000" cy="6172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38228" y="1722965"/>
            <a:ext cx="4514849" cy="1706880"/>
          </a:xfrm>
          <a:prstGeom prst="rect">
            <a:avLst/>
          </a:prstGeom>
        </p:spPr>
        <p:txBody>
          <a:bodyPr bIns="0" anchor="ctr">
            <a:noAutofit/>
          </a:bodyPr>
          <a:lstStyle>
            <a:lvl1pPr algn="l">
              <a:lnSpc>
                <a:spcPct val="100000"/>
              </a:lnSpc>
              <a:defRPr sz="3840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0E86FEF6-2E65-7E42-B5ED-3A9F221A80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40BF050F-89F0-2147-8471-7D05F2B0C6D2}"/>
              </a:ext>
            </a:extLst>
          </p:cNvPr>
          <p:cNvSpPr/>
          <p:nvPr/>
        </p:nvSpPr>
        <p:spPr>
          <a:xfrm rot="20168741">
            <a:off x="7123980" y="1936388"/>
            <a:ext cx="409318" cy="409318"/>
          </a:xfrm>
          <a:prstGeom prst="ellipse">
            <a:avLst/>
          </a:prstGeom>
          <a:gradFill>
            <a:gsLst>
              <a:gs pos="0">
                <a:schemeClr val="accent3">
                  <a:alpha val="0"/>
                </a:schemeClr>
              </a:gs>
              <a:gs pos="100000">
                <a:schemeClr val="accent3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41813E0-C461-D74F-AEA5-0F28F5B3975C}"/>
              </a:ext>
            </a:extLst>
          </p:cNvPr>
          <p:cNvSpPr txBox="1">
            <a:spLocks/>
          </p:cNvSpPr>
          <p:nvPr/>
        </p:nvSpPr>
        <p:spPr>
          <a:xfrm>
            <a:off x="9204961" y="6278881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bg1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C9F3AD48-3B85-4574-B14D-425AA0164F3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2147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Win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silhouette&#10;&#10;Description automatically generated">
            <a:extLst>
              <a:ext uri="{FF2B5EF4-FFF2-40B4-BE49-F238E27FC236}">
                <a16:creationId xmlns:a16="http://schemas.microsoft.com/office/drawing/2014/main" id="{43FF58D2-EB65-A747-8D41-6B8B55F11F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500" b="4500"/>
          <a:stretch/>
        </p:blipFill>
        <p:spPr>
          <a:xfrm>
            <a:off x="4995335" y="1"/>
            <a:ext cx="719666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38228" y="1722965"/>
            <a:ext cx="4514849" cy="1706880"/>
          </a:xfrm>
          <a:prstGeom prst="rect">
            <a:avLst/>
          </a:prstGeom>
        </p:spPr>
        <p:txBody>
          <a:bodyPr bIns="0" anchor="ctr">
            <a:noAutofit/>
          </a:bodyPr>
          <a:lstStyle>
            <a:lvl1pPr algn="l">
              <a:lnSpc>
                <a:spcPct val="100000"/>
              </a:lnSpc>
              <a:defRPr sz="3840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FD0EE1C-9326-F34F-B8C0-33F2126DD4F2}"/>
              </a:ext>
            </a:extLst>
          </p:cNvPr>
          <p:cNvSpPr/>
          <p:nvPr userDrawn="1"/>
        </p:nvSpPr>
        <p:spPr>
          <a:xfrm rot="8733391">
            <a:off x="10982510" y="4759187"/>
            <a:ext cx="409318" cy="409318"/>
          </a:xfrm>
          <a:prstGeom prst="ellipse">
            <a:avLst/>
          </a:prstGeom>
          <a:gradFill>
            <a:gsLst>
              <a:gs pos="0">
                <a:schemeClr val="accent3">
                  <a:alpha val="0"/>
                </a:schemeClr>
              </a:gs>
              <a:gs pos="100000">
                <a:schemeClr val="accent3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5BEDB3F-0B50-D346-9DCE-862664FD78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28AB3B6-323B-F143-B517-2BC8C68D19A2}"/>
              </a:ext>
            </a:extLst>
          </p:cNvPr>
          <p:cNvSpPr txBox="1">
            <a:spLocks/>
          </p:cNvSpPr>
          <p:nvPr userDrawn="1"/>
        </p:nvSpPr>
        <p:spPr>
          <a:xfrm>
            <a:off x="9204961" y="6278881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bg1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20D86348-875D-4F8F-B5FC-D06B26D171A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1252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Emerald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E02FC263-8466-244A-8D95-03132CACB6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725" r="12725" b="22255"/>
          <a:stretch/>
        </p:blipFill>
        <p:spPr>
          <a:xfrm>
            <a:off x="0" y="685800"/>
            <a:ext cx="12192000" cy="6172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38228" y="1722965"/>
            <a:ext cx="4514849" cy="1706880"/>
          </a:xfrm>
          <a:prstGeom prst="rect">
            <a:avLst/>
          </a:prstGeom>
        </p:spPr>
        <p:txBody>
          <a:bodyPr bIns="0" anchor="ctr">
            <a:noAutofit/>
          </a:bodyPr>
          <a:lstStyle>
            <a:lvl1pPr algn="l">
              <a:lnSpc>
                <a:spcPct val="100000"/>
              </a:lnSpc>
              <a:defRPr sz="3840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BD598D5-4E7C-9241-A745-55625C87D1D9}"/>
              </a:ext>
            </a:extLst>
          </p:cNvPr>
          <p:cNvSpPr/>
          <p:nvPr userDrawn="1"/>
        </p:nvSpPr>
        <p:spPr>
          <a:xfrm rot="20168741">
            <a:off x="7123980" y="1936388"/>
            <a:ext cx="409318" cy="409318"/>
          </a:xfrm>
          <a:prstGeom prst="ellipse">
            <a:avLst/>
          </a:prstGeom>
          <a:gradFill>
            <a:gsLst>
              <a:gs pos="0">
                <a:schemeClr val="accent3">
                  <a:alpha val="0"/>
                </a:schemeClr>
              </a:gs>
              <a:gs pos="100000">
                <a:schemeClr val="accent3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8468C88-DA34-D34C-AD6F-24620892782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AFAEFA-6590-2A47-B365-28C1A47A9FDF}"/>
              </a:ext>
            </a:extLst>
          </p:cNvPr>
          <p:cNvSpPr txBox="1">
            <a:spLocks/>
          </p:cNvSpPr>
          <p:nvPr userDrawn="1"/>
        </p:nvSpPr>
        <p:spPr>
          <a:xfrm>
            <a:off x="9204961" y="6278881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bg1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BB8FDCB-62E5-4DFB-9AD5-76961D0BA7E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3053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Emerald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silhouette&#10;&#10;Description automatically generated">
            <a:extLst>
              <a:ext uri="{FF2B5EF4-FFF2-40B4-BE49-F238E27FC236}">
                <a16:creationId xmlns:a16="http://schemas.microsoft.com/office/drawing/2014/main" id="{3FCD7A24-1744-4148-B3BC-5CEC79AD73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500" b="4500"/>
          <a:stretch/>
        </p:blipFill>
        <p:spPr>
          <a:xfrm>
            <a:off x="4995335" y="1"/>
            <a:ext cx="719666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38228" y="1722965"/>
            <a:ext cx="4514849" cy="1706880"/>
          </a:xfrm>
          <a:prstGeom prst="rect">
            <a:avLst/>
          </a:prstGeom>
        </p:spPr>
        <p:txBody>
          <a:bodyPr bIns="0" anchor="ctr">
            <a:noAutofit/>
          </a:bodyPr>
          <a:lstStyle>
            <a:lvl1pPr algn="l">
              <a:lnSpc>
                <a:spcPct val="100000"/>
              </a:lnSpc>
              <a:defRPr sz="3840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276A65B-C61B-1E4D-86E6-13118ED01BEB}"/>
              </a:ext>
            </a:extLst>
          </p:cNvPr>
          <p:cNvSpPr/>
          <p:nvPr/>
        </p:nvSpPr>
        <p:spPr>
          <a:xfrm rot="8733391">
            <a:off x="10982510" y="4759187"/>
            <a:ext cx="409318" cy="409318"/>
          </a:xfrm>
          <a:prstGeom prst="ellipse">
            <a:avLst/>
          </a:prstGeom>
          <a:gradFill>
            <a:gsLst>
              <a:gs pos="0">
                <a:schemeClr val="accent3">
                  <a:alpha val="0"/>
                </a:schemeClr>
              </a:gs>
              <a:gs pos="100000">
                <a:schemeClr val="accent3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CB2180FE-3B5B-6041-9E4E-A4A8643BF63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3FD36AC-F9AB-E549-88AD-B60F15304599}"/>
              </a:ext>
            </a:extLst>
          </p:cNvPr>
          <p:cNvSpPr txBox="1">
            <a:spLocks/>
          </p:cNvSpPr>
          <p:nvPr userDrawn="1"/>
        </p:nvSpPr>
        <p:spPr>
          <a:xfrm>
            <a:off x="9204961" y="6278881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bg1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97811E2-7C47-46C0-BB79-D3EF6CB5269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1284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Wine">
    <p:bg>
      <p:bgPr>
        <a:gradFill>
          <a:gsLst>
            <a:gs pos="0">
              <a:schemeClr val="tx1">
                <a:lumMod val="75000"/>
              </a:schemeClr>
            </a:gs>
            <a:gs pos="80000">
              <a:schemeClr val="tx1">
                <a:lumMod val="95000"/>
                <a:lumOff val="5000"/>
              </a:schemeClr>
            </a:gs>
            <a:gs pos="60000">
              <a:schemeClr val="tx1"/>
            </a:gs>
            <a:gs pos="100000">
              <a:schemeClr val="tx1">
                <a:lumMod val="90000"/>
                <a:lumOff val="10000"/>
                <a:alpha val="75000"/>
              </a:schemeClr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7" y="1251355"/>
            <a:ext cx="3040561" cy="2177648"/>
          </a:xfrm>
          <a:prstGeom prst="rect">
            <a:avLst/>
          </a:prstGeom>
        </p:spPr>
        <p:txBody>
          <a:bodyPr bIns="0" anchor="t">
            <a:noAutofit/>
          </a:bodyPr>
          <a:lstStyle>
            <a:lvl1pPr algn="l">
              <a:lnSpc>
                <a:spcPct val="100000"/>
              </a:lnSpc>
              <a:defRPr sz="1800" b="0" i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F758C5-AB51-D148-BBC9-BD62FA5E277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064001" y="1251357"/>
            <a:ext cx="7112000" cy="4666847"/>
          </a:xfrm>
        </p:spPr>
        <p:txBody>
          <a:bodyPr/>
          <a:lstStyle>
            <a:lvl1pPr marL="0" indent="0">
              <a:buNone/>
              <a:defRPr sz="1680" b="1">
                <a:solidFill>
                  <a:schemeClr val="tx2"/>
                </a:solidFill>
                <a:latin typeface="+mj-lt"/>
              </a:defRPr>
            </a:lvl1pPr>
            <a:lvl2pPr marL="207640" indent="0">
              <a:buNone/>
              <a:defRPr sz="1440" b="1">
                <a:solidFill>
                  <a:schemeClr val="tx2"/>
                </a:solidFill>
                <a:latin typeface="+mj-lt"/>
              </a:defRPr>
            </a:lvl2pPr>
            <a:lvl3pPr marL="415280" indent="0">
              <a:buNone/>
              <a:defRPr sz="1440" b="1">
                <a:solidFill>
                  <a:schemeClr val="tx2"/>
                </a:solidFill>
                <a:latin typeface="+mj-lt"/>
              </a:defRPr>
            </a:lvl3pPr>
            <a:lvl4pPr marL="630539" indent="0">
              <a:buNone/>
              <a:defRPr sz="1440" b="1">
                <a:solidFill>
                  <a:schemeClr val="tx2"/>
                </a:solidFill>
                <a:latin typeface="+mj-lt"/>
              </a:defRPr>
            </a:lvl4pPr>
            <a:lvl5pPr marL="891517" indent="0">
              <a:buNone/>
              <a:defRPr sz="1440" b="1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C22F378-5E59-9D4A-8FE4-D5FC8BCD5C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AADE88-4303-B445-808C-80E033A5CBFE}"/>
              </a:ext>
            </a:extLst>
          </p:cNvPr>
          <p:cNvSpPr txBox="1">
            <a:spLocks/>
          </p:cNvSpPr>
          <p:nvPr userDrawn="1"/>
        </p:nvSpPr>
        <p:spPr>
          <a:xfrm>
            <a:off x="9204961" y="6278881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bg1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ACE708A-9075-40D0-94DC-C4BB7F4981F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4638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Emerald">
    <p:bg>
      <p:bgPr>
        <a:gradFill>
          <a:gsLst>
            <a:gs pos="0">
              <a:schemeClr val="bg2">
                <a:lumMod val="75000"/>
              </a:schemeClr>
            </a:gs>
            <a:gs pos="80000">
              <a:schemeClr val="bg2">
                <a:lumMod val="95000"/>
                <a:lumOff val="5000"/>
              </a:schemeClr>
            </a:gs>
            <a:gs pos="60000">
              <a:schemeClr val="bg2"/>
            </a:gs>
            <a:gs pos="100000">
              <a:schemeClr val="bg2">
                <a:alpha val="75000"/>
                <a:lumMod val="90000"/>
                <a:lumOff val="10000"/>
              </a:schemeClr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4424F1F-C733-8F4A-ABA5-97506231B9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7" y="1251355"/>
            <a:ext cx="3040561" cy="2177648"/>
          </a:xfrm>
          <a:prstGeom prst="rect">
            <a:avLst/>
          </a:prstGeom>
        </p:spPr>
        <p:txBody>
          <a:bodyPr bIns="0" anchor="t">
            <a:noAutofit/>
          </a:bodyPr>
          <a:lstStyle>
            <a:lvl1pPr algn="l">
              <a:lnSpc>
                <a:spcPct val="100000"/>
              </a:lnSpc>
              <a:defRPr sz="1800" b="0" i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22B9D9DB-43D9-F744-B0FC-ADD14D48F23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064001" y="1251357"/>
            <a:ext cx="7112000" cy="4666847"/>
          </a:xfrm>
        </p:spPr>
        <p:txBody>
          <a:bodyPr/>
          <a:lstStyle>
            <a:lvl1pPr marL="0" indent="0">
              <a:buNone/>
              <a:defRPr sz="1680" b="1">
                <a:solidFill>
                  <a:schemeClr val="accent1"/>
                </a:solidFill>
                <a:latin typeface="+mj-lt"/>
              </a:defRPr>
            </a:lvl1pPr>
            <a:lvl2pPr marL="207640" indent="0">
              <a:buNone/>
              <a:defRPr sz="1440" b="1">
                <a:solidFill>
                  <a:schemeClr val="accent1"/>
                </a:solidFill>
                <a:latin typeface="+mj-lt"/>
              </a:defRPr>
            </a:lvl2pPr>
            <a:lvl3pPr marL="415280" indent="0">
              <a:buNone/>
              <a:defRPr sz="1440" b="1">
                <a:solidFill>
                  <a:schemeClr val="accent1"/>
                </a:solidFill>
                <a:latin typeface="+mj-lt"/>
              </a:defRPr>
            </a:lvl3pPr>
            <a:lvl4pPr marL="630539" indent="0">
              <a:buNone/>
              <a:defRPr sz="1440" b="1">
                <a:solidFill>
                  <a:schemeClr val="accent1"/>
                </a:solidFill>
                <a:latin typeface="+mj-lt"/>
              </a:defRPr>
            </a:lvl4pPr>
            <a:lvl5pPr marL="891517" indent="0">
              <a:buNone/>
              <a:defRPr sz="1440" b="1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FEFDDEC-2730-8442-A03E-6A93E21682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29B401E-ACB7-B043-A8BE-1A69B9930626}"/>
              </a:ext>
            </a:extLst>
          </p:cNvPr>
          <p:cNvSpPr txBox="1">
            <a:spLocks/>
          </p:cNvSpPr>
          <p:nvPr userDrawn="1"/>
        </p:nvSpPr>
        <p:spPr>
          <a:xfrm>
            <a:off x="9204961" y="6278881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bg1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A67B978-2CA3-44C5-9A2E-EA71727AB2B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0710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Section - Wine">
    <p:bg>
      <p:bgPr>
        <a:gradFill>
          <a:gsLst>
            <a:gs pos="0">
              <a:schemeClr val="tx1">
                <a:lumMod val="75000"/>
              </a:schemeClr>
            </a:gs>
            <a:gs pos="80000">
              <a:schemeClr val="tx1">
                <a:lumMod val="95000"/>
                <a:lumOff val="5000"/>
              </a:schemeClr>
            </a:gs>
            <a:gs pos="60000">
              <a:schemeClr val="tx1"/>
            </a:gs>
            <a:gs pos="100000">
              <a:schemeClr val="tx1">
                <a:alpha val="75000"/>
                <a:lumMod val="90000"/>
                <a:lumOff val="10000"/>
              </a:schemeClr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7" y="1722967"/>
            <a:ext cx="5486396" cy="4195234"/>
          </a:xfrm>
          <a:prstGeom prst="rect">
            <a:avLst/>
          </a:prstGeom>
        </p:spPr>
        <p:txBody>
          <a:bodyPr bIns="0" anchor="t">
            <a:noAutofit/>
          </a:bodyPr>
          <a:lstStyle>
            <a:lvl1pPr algn="l">
              <a:lnSpc>
                <a:spcPts val="4560"/>
              </a:lnSpc>
              <a:defRPr sz="3840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23A37057-0263-E045-8D56-D7A4B8BDBF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" y="1251352"/>
            <a:ext cx="5486400" cy="4876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1800" b="0" i="0">
                <a:solidFill>
                  <a:schemeClr val="accent2"/>
                </a:solidFill>
                <a:latin typeface="+mn-lt"/>
              </a:defRPr>
            </a:lvl1pPr>
            <a:lvl2pPr marL="411470" indent="0" algn="ctr">
              <a:buNone/>
              <a:defRPr sz="1800"/>
            </a:lvl2pPr>
            <a:lvl3pPr marL="822940" indent="0" algn="ctr">
              <a:buNone/>
              <a:defRPr sz="1620"/>
            </a:lvl3pPr>
            <a:lvl4pPr marL="1234410" indent="0" algn="ctr">
              <a:buNone/>
              <a:defRPr sz="1440"/>
            </a:lvl4pPr>
            <a:lvl5pPr marL="1645879" indent="0" algn="ctr">
              <a:buNone/>
              <a:defRPr sz="1440"/>
            </a:lvl5pPr>
            <a:lvl6pPr marL="2057348" indent="0" algn="ctr">
              <a:buNone/>
              <a:defRPr sz="1440"/>
            </a:lvl6pPr>
            <a:lvl7pPr marL="2468818" indent="0" algn="ctr">
              <a:buNone/>
              <a:defRPr sz="1440"/>
            </a:lvl7pPr>
            <a:lvl8pPr marL="2880288" indent="0" algn="ctr">
              <a:buNone/>
              <a:defRPr sz="1440"/>
            </a:lvl8pPr>
            <a:lvl9pPr marL="3291758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C06B85B-B189-6E49-B43E-A71FDA21FD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7E4999B-CFC7-4D45-A352-C3DCC008C8AF}"/>
              </a:ext>
            </a:extLst>
          </p:cNvPr>
          <p:cNvSpPr txBox="1">
            <a:spLocks/>
          </p:cNvSpPr>
          <p:nvPr userDrawn="1"/>
        </p:nvSpPr>
        <p:spPr>
          <a:xfrm>
            <a:off x="9204961" y="6278881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bg1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40A12BD-2D5F-4522-8F8F-16227CFB78E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1076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Section - Emerald">
    <p:bg>
      <p:bgPr>
        <a:gradFill>
          <a:gsLst>
            <a:gs pos="0">
              <a:schemeClr val="bg2">
                <a:lumMod val="75000"/>
              </a:schemeClr>
            </a:gs>
            <a:gs pos="80000">
              <a:schemeClr val="bg2">
                <a:lumMod val="95000"/>
                <a:lumOff val="5000"/>
              </a:schemeClr>
            </a:gs>
            <a:gs pos="60000">
              <a:schemeClr val="bg2"/>
            </a:gs>
            <a:gs pos="100000">
              <a:schemeClr val="bg2">
                <a:alpha val="75000"/>
                <a:lumMod val="90000"/>
                <a:lumOff val="10000"/>
              </a:schemeClr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7" y="1722967"/>
            <a:ext cx="5486396" cy="4195234"/>
          </a:xfrm>
          <a:prstGeom prst="rect">
            <a:avLst/>
          </a:prstGeom>
        </p:spPr>
        <p:txBody>
          <a:bodyPr bIns="0" anchor="t">
            <a:noAutofit/>
          </a:bodyPr>
          <a:lstStyle>
            <a:lvl1pPr algn="l">
              <a:lnSpc>
                <a:spcPts val="4560"/>
              </a:lnSpc>
              <a:defRPr sz="3840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6F2E4CA-52A1-534F-8FA8-66F1F355D03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" y="1251352"/>
            <a:ext cx="5486400" cy="4876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1800" b="0" i="0">
                <a:solidFill>
                  <a:schemeClr val="accent2"/>
                </a:solidFill>
                <a:latin typeface="+mn-lt"/>
              </a:defRPr>
            </a:lvl1pPr>
            <a:lvl2pPr marL="411470" indent="0" algn="ctr">
              <a:buNone/>
              <a:defRPr sz="1800"/>
            </a:lvl2pPr>
            <a:lvl3pPr marL="822940" indent="0" algn="ctr">
              <a:buNone/>
              <a:defRPr sz="1620"/>
            </a:lvl3pPr>
            <a:lvl4pPr marL="1234410" indent="0" algn="ctr">
              <a:buNone/>
              <a:defRPr sz="1440"/>
            </a:lvl4pPr>
            <a:lvl5pPr marL="1645879" indent="0" algn="ctr">
              <a:buNone/>
              <a:defRPr sz="1440"/>
            </a:lvl5pPr>
            <a:lvl6pPr marL="2057348" indent="0" algn="ctr">
              <a:buNone/>
              <a:defRPr sz="1440"/>
            </a:lvl6pPr>
            <a:lvl7pPr marL="2468818" indent="0" algn="ctr">
              <a:buNone/>
              <a:defRPr sz="1440"/>
            </a:lvl7pPr>
            <a:lvl8pPr marL="2880288" indent="0" algn="ctr">
              <a:buNone/>
              <a:defRPr sz="1440"/>
            </a:lvl8pPr>
            <a:lvl9pPr marL="3291758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4C0ADFE-7763-5548-9F0C-3F570B0658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CBE7EFA-07B9-5C44-8059-1822A72C0FC8}"/>
              </a:ext>
            </a:extLst>
          </p:cNvPr>
          <p:cNvSpPr txBox="1">
            <a:spLocks/>
          </p:cNvSpPr>
          <p:nvPr userDrawn="1"/>
        </p:nvSpPr>
        <p:spPr>
          <a:xfrm>
            <a:off x="9204961" y="6278881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bg1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69697BA-DDB5-4CC5-8348-DEBEC90932C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5127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/Quote - Wine">
    <p:bg>
      <p:bgPr>
        <a:gradFill>
          <a:gsLst>
            <a:gs pos="0">
              <a:schemeClr val="tx1">
                <a:lumMod val="75000"/>
              </a:schemeClr>
            </a:gs>
            <a:gs pos="80000">
              <a:schemeClr val="tx1">
                <a:lumMod val="95000"/>
                <a:lumOff val="5000"/>
              </a:schemeClr>
            </a:gs>
            <a:gs pos="60000">
              <a:schemeClr val="tx1"/>
            </a:gs>
            <a:gs pos="100000">
              <a:schemeClr val="tx1">
                <a:lumMod val="90000"/>
                <a:lumOff val="10000"/>
                <a:alpha val="75000"/>
              </a:schemeClr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C26DE0C-D7AE-E84A-8F89-D5842521F55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6002" y="2502704"/>
            <a:ext cx="10159999" cy="1870464"/>
          </a:xfrm>
          <a:prstGeom prst="rect">
            <a:avLst/>
          </a:prstGeom>
        </p:spPr>
        <p:txBody>
          <a:bodyPr bIns="0" anchor="t">
            <a:noAutofit/>
          </a:bodyPr>
          <a:lstStyle>
            <a:lvl1pPr algn="ctr">
              <a:lnSpc>
                <a:spcPts val="5400"/>
              </a:lnSpc>
              <a:defRPr sz="4800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D8CA26E8-9593-6E44-AB1F-5E95158BC26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52800" y="1982872"/>
            <a:ext cx="5486400" cy="4876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2160" b="0" i="0">
                <a:solidFill>
                  <a:schemeClr val="accent2"/>
                </a:solidFill>
                <a:latin typeface="+mn-lt"/>
              </a:defRPr>
            </a:lvl1pPr>
            <a:lvl2pPr marL="411470" indent="0" algn="ctr">
              <a:buNone/>
              <a:defRPr sz="1800"/>
            </a:lvl2pPr>
            <a:lvl3pPr marL="822940" indent="0" algn="ctr">
              <a:buNone/>
              <a:defRPr sz="1620"/>
            </a:lvl3pPr>
            <a:lvl4pPr marL="1234410" indent="0" algn="ctr">
              <a:buNone/>
              <a:defRPr sz="1440"/>
            </a:lvl4pPr>
            <a:lvl5pPr marL="1645879" indent="0" algn="ctr">
              <a:buNone/>
              <a:defRPr sz="1440"/>
            </a:lvl5pPr>
            <a:lvl6pPr marL="2057348" indent="0" algn="ctr">
              <a:buNone/>
              <a:defRPr sz="1440"/>
            </a:lvl6pPr>
            <a:lvl7pPr marL="2468818" indent="0" algn="ctr">
              <a:buNone/>
              <a:defRPr sz="1440"/>
            </a:lvl7pPr>
            <a:lvl8pPr marL="2880288" indent="0" algn="ctr">
              <a:buNone/>
              <a:defRPr sz="1440"/>
            </a:lvl8pPr>
            <a:lvl9pPr marL="3291758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7334B2D-3C2F-C349-90AE-1C4D1D7E6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A824CC5-08BE-5549-8603-D74962AAF09D}"/>
              </a:ext>
            </a:extLst>
          </p:cNvPr>
          <p:cNvSpPr txBox="1">
            <a:spLocks/>
          </p:cNvSpPr>
          <p:nvPr userDrawn="1"/>
        </p:nvSpPr>
        <p:spPr>
          <a:xfrm>
            <a:off x="9204961" y="6278881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bg1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578CB9E8-06C4-4C67-954D-E99832A32D4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1066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/Quote - Emerald">
    <p:bg>
      <p:bgPr>
        <a:gradFill>
          <a:gsLst>
            <a:gs pos="0">
              <a:schemeClr val="bg2">
                <a:lumMod val="75000"/>
              </a:schemeClr>
            </a:gs>
            <a:gs pos="80000">
              <a:schemeClr val="bg2">
                <a:lumMod val="95000"/>
                <a:lumOff val="5000"/>
              </a:schemeClr>
            </a:gs>
            <a:gs pos="60000">
              <a:schemeClr val="bg2"/>
            </a:gs>
            <a:gs pos="100000">
              <a:schemeClr val="bg2">
                <a:lumMod val="90000"/>
                <a:lumOff val="10000"/>
                <a:alpha val="75000"/>
              </a:schemeClr>
            </a:gs>
          </a:gsLst>
          <a:lin ang="18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16002" y="2502704"/>
            <a:ext cx="10159999" cy="1870464"/>
          </a:xfrm>
          <a:prstGeom prst="rect">
            <a:avLst/>
          </a:prstGeom>
        </p:spPr>
        <p:txBody>
          <a:bodyPr bIns="0" anchor="t">
            <a:noAutofit/>
          </a:bodyPr>
          <a:lstStyle>
            <a:lvl1pPr algn="ctr">
              <a:lnSpc>
                <a:spcPts val="5400"/>
              </a:lnSpc>
              <a:defRPr sz="4800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6F2E4CA-52A1-534F-8FA8-66F1F355D03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52800" y="1982872"/>
            <a:ext cx="5486400" cy="4876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2160" b="0" i="0">
                <a:solidFill>
                  <a:schemeClr val="accent2"/>
                </a:solidFill>
                <a:latin typeface="+mn-lt"/>
              </a:defRPr>
            </a:lvl1pPr>
            <a:lvl2pPr marL="411470" indent="0" algn="ctr">
              <a:buNone/>
              <a:defRPr sz="1800"/>
            </a:lvl2pPr>
            <a:lvl3pPr marL="822940" indent="0" algn="ctr">
              <a:buNone/>
              <a:defRPr sz="1620"/>
            </a:lvl3pPr>
            <a:lvl4pPr marL="1234410" indent="0" algn="ctr">
              <a:buNone/>
              <a:defRPr sz="1440"/>
            </a:lvl4pPr>
            <a:lvl5pPr marL="1645879" indent="0" algn="ctr">
              <a:buNone/>
              <a:defRPr sz="1440"/>
            </a:lvl5pPr>
            <a:lvl6pPr marL="2057348" indent="0" algn="ctr">
              <a:buNone/>
              <a:defRPr sz="1440"/>
            </a:lvl6pPr>
            <a:lvl7pPr marL="2468818" indent="0" algn="ctr">
              <a:buNone/>
              <a:defRPr sz="1440"/>
            </a:lvl7pPr>
            <a:lvl8pPr marL="2880288" indent="0" algn="ctr">
              <a:buNone/>
              <a:defRPr sz="1440"/>
            </a:lvl8pPr>
            <a:lvl9pPr marL="3291758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F30EE39-93B9-F241-A1FB-3EB4A77854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EE2E8E2-0E46-2A4C-B2D4-4705F438EA90}"/>
              </a:ext>
            </a:extLst>
          </p:cNvPr>
          <p:cNvSpPr txBox="1">
            <a:spLocks/>
          </p:cNvSpPr>
          <p:nvPr userDrawn="1"/>
        </p:nvSpPr>
        <p:spPr>
          <a:xfrm>
            <a:off x="9204961" y="6278881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bg1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3F2A4C0-CE1D-4D13-B29B-D41E1C22CC1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1995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/Quote - Sa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16001" y="685802"/>
            <a:ext cx="10160000" cy="5232400"/>
          </a:xfrm>
          <a:prstGeom prst="rect">
            <a:avLst/>
          </a:prstGeom>
        </p:spPr>
        <p:txBody>
          <a:bodyPr bIns="0" anchor="ctr">
            <a:noAutofit/>
          </a:bodyPr>
          <a:lstStyle>
            <a:lvl1pPr algn="ctr">
              <a:lnSpc>
                <a:spcPct val="100000"/>
              </a:lnSpc>
              <a:defRPr sz="3000" i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B683821-4F21-294E-BEED-CC9462086C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8A1CA93-A6CC-0E4D-AEAB-7D8130640E48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11D8E8D-1BBC-473B-851F-67658CD37D5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8594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/Quote -Sla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16001" y="685802"/>
            <a:ext cx="10160000" cy="5232400"/>
          </a:xfrm>
          <a:prstGeom prst="rect">
            <a:avLst/>
          </a:prstGeom>
        </p:spPr>
        <p:txBody>
          <a:bodyPr bIns="0" anchor="ctr">
            <a:noAutofit/>
          </a:bodyPr>
          <a:lstStyle>
            <a:lvl1pPr algn="ctr">
              <a:lnSpc>
                <a:spcPct val="100000"/>
              </a:lnSpc>
              <a:defRPr sz="3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4EC83AA-7D9C-3F43-B31A-3FA772F97D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2A1FB49-DCD4-3543-A3E7-5ABEB8F6581A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98511F9-F157-4803-B0BC-A9EE57E59D5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5808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/Quote - Tea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16001" y="685802"/>
            <a:ext cx="10160000" cy="5232400"/>
          </a:xfrm>
          <a:prstGeom prst="rect">
            <a:avLst/>
          </a:prstGeom>
        </p:spPr>
        <p:txBody>
          <a:bodyPr bIns="0" anchor="ctr">
            <a:noAutofit/>
          </a:bodyPr>
          <a:lstStyle>
            <a:lvl1pPr algn="ctr">
              <a:lnSpc>
                <a:spcPct val="100000"/>
              </a:lnSpc>
              <a:defRPr sz="3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E9DB19B-D60D-6B4F-88B3-8C946111AE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DB7043F-B609-0442-B3DF-C3AC2B864666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DB421E9-A809-4BD1-BC4A-CAD2E6B632F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5280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6" y="1549403"/>
            <a:ext cx="9753600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C24A628-C1DE-7B4B-9943-68F6FA44CCD8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288D392-8818-3C4C-8396-A38B80712C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453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Sa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6" y="1549403"/>
            <a:ext cx="9753600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49F89C0-F30B-B443-93E9-B5BB425263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D106F1-4899-B14A-8969-158B20A375AB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FE42A79-40BF-464C-8379-3E0706E4BBC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7850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Sla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6" y="1549403"/>
            <a:ext cx="9753600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4BEBE45-AF57-F444-8D3E-E3BF7269E49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70ACA0F-7AF4-2F44-88DB-E79093BA3DF7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BBE0E5D-AE7B-4E91-9145-3177EA1FD21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6030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Wi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6" y="1549403"/>
            <a:ext cx="9753600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tx2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D73F608-E756-0945-BE6A-82DA75D721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CB04123-8B13-1C47-AA3F-C58551F783C1}"/>
              </a:ext>
            </a:extLst>
          </p:cNvPr>
          <p:cNvSpPr txBox="1">
            <a:spLocks/>
          </p:cNvSpPr>
          <p:nvPr userDrawn="1"/>
        </p:nvSpPr>
        <p:spPr>
          <a:xfrm>
            <a:off x="9204961" y="6278881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bg1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ED0806F-DDCB-482A-8174-FC0F00CE479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9196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Emeral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6" y="1549403"/>
            <a:ext cx="9753600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DF2D98B-7D1A-C644-B6C2-577AD7B0FF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72041E9-FDBE-5D40-9CE9-633FA418BC66}"/>
              </a:ext>
            </a:extLst>
          </p:cNvPr>
          <p:cNvSpPr txBox="1">
            <a:spLocks/>
          </p:cNvSpPr>
          <p:nvPr userDrawn="1"/>
        </p:nvSpPr>
        <p:spPr>
          <a:xfrm>
            <a:off x="9204961" y="6278881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bg1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D7BCB24-676A-4FCD-95DB-AD8C738321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86716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+ Pict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9" y="1549403"/>
            <a:ext cx="5484284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C21D2CC-D3E9-9A4C-B5D8-037AACD06E8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902028" y="1544320"/>
            <a:ext cx="4483946" cy="437388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904EFC5-1C7E-7943-AD99-4F14E9DB2B2E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1264C60-143D-FC48-8418-BCCDAEAC4A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3B9467F-D74F-43A0-A1C5-DA49F1E3FC8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193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 Title - Image W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3952131-1E20-864E-A304-5C1ADB26871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064000" y="3496"/>
            <a:ext cx="8119872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DB230C-0473-174A-B654-5F39AAFD7A65}"/>
              </a:ext>
            </a:extLst>
          </p:cNvPr>
          <p:cNvSpPr/>
          <p:nvPr/>
        </p:nvSpPr>
        <p:spPr>
          <a:xfrm>
            <a:off x="1" y="0"/>
            <a:ext cx="4064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36C601-B9E9-4FB6-BDAC-A9B06230E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9" y="685802"/>
            <a:ext cx="3466354" cy="5232400"/>
          </a:xfrm>
        </p:spPr>
        <p:txBody>
          <a:bodyPr anchor="ctr"/>
          <a:lstStyle>
            <a:lvl1pPr algn="ctr">
              <a:defRPr sz="384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D281893-778B-2943-928F-977A2DC347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405C58C-9381-0547-99E3-86BF6F3C7A98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2E994E2-6F27-4EBD-9A31-03AE14EC4BE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12062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 Title - Image Emera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3952131-1E20-864E-A304-5C1ADB26871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064000" y="3496"/>
            <a:ext cx="8119872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DB230C-0473-174A-B654-5F39AAFD7A65}"/>
              </a:ext>
            </a:extLst>
          </p:cNvPr>
          <p:cNvSpPr/>
          <p:nvPr/>
        </p:nvSpPr>
        <p:spPr>
          <a:xfrm>
            <a:off x="1" y="0"/>
            <a:ext cx="4064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36C601-B9E9-4FB6-BDAC-A9B06230E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9" y="685802"/>
            <a:ext cx="3466354" cy="5232400"/>
          </a:xfrm>
        </p:spPr>
        <p:txBody>
          <a:bodyPr anchor="ctr"/>
          <a:lstStyle>
            <a:lvl1pPr algn="ctr">
              <a:defRPr sz="384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D7908CF-67AC-7D41-A185-2D954E274E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7C06FA5-6470-9448-9F0E-8F04397B0881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8C09C21-B253-4286-A05B-E14F57AEE88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3184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Left W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DDB230C-0473-174A-B654-5F39AAFD7A65}"/>
              </a:ext>
            </a:extLst>
          </p:cNvPr>
          <p:cNvSpPr/>
          <p:nvPr/>
        </p:nvSpPr>
        <p:spPr>
          <a:xfrm>
            <a:off x="1" y="0"/>
            <a:ext cx="4064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36C601-B9E9-4FB6-BDAC-A9B06230E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9" y="685800"/>
            <a:ext cx="3466354" cy="5231040"/>
          </a:xfrm>
        </p:spPr>
        <p:txBody>
          <a:bodyPr anchor="ctr"/>
          <a:lstStyle>
            <a:lvl1pPr algn="ctr">
              <a:defRPr sz="384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6CC7FCE8-4ED2-6347-9FA9-EA971FC2F9F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2" y="685802"/>
            <a:ext cx="6807191" cy="52324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D0AE811-D3D4-4D4E-93FD-55E6CEC853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ED63BEC-4CAF-964B-9C58-EDEE0DD346F5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75634CB4-00CA-4330-941F-19C2892916F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3407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Left Emera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F521C99-9BE9-BF46-9D58-97D097F2F900}"/>
              </a:ext>
            </a:extLst>
          </p:cNvPr>
          <p:cNvSpPr/>
          <p:nvPr/>
        </p:nvSpPr>
        <p:spPr>
          <a:xfrm>
            <a:off x="1" y="0"/>
            <a:ext cx="4064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36C601-B9E9-4FB6-BDAC-A9B06230E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9" y="685800"/>
            <a:ext cx="3466354" cy="5231040"/>
          </a:xfrm>
        </p:spPr>
        <p:txBody>
          <a:bodyPr anchor="ctr"/>
          <a:lstStyle>
            <a:lvl1pPr algn="ctr">
              <a:defRPr sz="384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2D9B7D67-1155-9244-84E6-D2E466A4984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2" y="685802"/>
            <a:ext cx="6807191" cy="52324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2BBDB6F3-62FA-9345-B3DE-1B6236B299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6A0FCCFA-D894-754C-BCE7-9F1E3512BE8D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E917AA5-8E5F-4DDE-9BA5-E325BF01682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24057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Left S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ED0317F-B345-2843-A6A3-8A7E84AF42F3}"/>
              </a:ext>
            </a:extLst>
          </p:cNvPr>
          <p:cNvSpPr/>
          <p:nvPr/>
        </p:nvSpPr>
        <p:spPr>
          <a:xfrm>
            <a:off x="1" y="0"/>
            <a:ext cx="406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36C601-B9E9-4FB6-BDAC-A9B06230E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9" y="685800"/>
            <a:ext cx="3466354" cy="5231040"/>
          </a:xfrm>
        </p:spPr>
        <p:txBody>
          <a:bodyPr anchor="ctr"/>
          <a:lstStyle>
            <a:lvl1pPr algn="ctr">
              <a:defRPr sz="384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DF52A5DB-9B21-4641-AD23-BDD537F0DE8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2" y="685802"/>
            <a:ext cx="6807191" cy="52324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45EB602-103B-B142-B17C-31C84FB4BF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5984C3D-B388-0448-8FE8-A615E16F6189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61178B7-DE37-4DF2-A0FB-4B5790E67DA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18462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Left 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7F2E3F0-354B-E24B-8D2C-FCEFA6C576AD}"/>
              </a:ext>
            </a:extLst>
          </p:cNvPr>
          <p:cNvSpPr/>
          <p:nvPr/>
        </p:nvSpPr>
        <p:spPr>
          <a:xfrm>
            <a:off x="1" y="0"/>
            <a:ext cx="406400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36C601-B9E9-4FB6-BDAC-A9B06230E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9" y="685800"/>
            <a:ext cx="3466354" cy="5231040"/>
          </a:xfrm>
        </p:spPr>
        <p:txBody>
          <a:bodyPr anchor="ctr"/>
          <a:lstStyle>
            <a:lvl1pPr algn="ctr">
              <a:defRPr sz="384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AE1FAA7A-321D-3C49-B28B-27257B77250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2" y="685802"/>
            <a:ext cx="6807191" cy="52324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4306A1-7279-2146-BC01-FAB56FA0C1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2E2DC44-8FE8-0548-A5A9-A37521ADB236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DB3BC5B-1354-477D-BFDC-E30A48374F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45710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Left Wine/Sla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EFDEF15-9253-0345-8555-75DE34792C11}"/>
              </a:ext>
            </a:extLst>
          </p:cNvPr>
          <p:cNvSpPr/>
          <p:nvPr/>
        </p:nvSpPr>
        <p:spPr>
          <a:xfrm>
            <a:off x="1" y="0"/>
            <a:ext cx="4064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36C601-B9E9-4FB6-BDAC-A9B06230E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9" y="685800"/>
            <a:ext cx="3466354" cy="5231040"/>
          </a:xfrm>
        </p:spPr>
        <p:txBody>
          <a:bodyPr anchor="ctr"/>
          <a:lstStyle>
            <a:lvl1pPr algn="ctr">
              <a:defRPr sz="384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46541877-FF15-4944-84D2-451ADC30416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2" y="685802"/>
            <a:ext cx="6807191" cy="52324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6510209-03EF-F240-A19F-85962F81B2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176F2FF-00EB-1D42-AB80-178DB9971676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EF4F2E4-EFD6-4BB7-AFE1-B4DF597D4E4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77847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Left Emerald/Sa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B71A135-8682-8648-BE12-36B90489F531}"/>
              </a:ext>
            </a:extLst>
          </p:cNvPr>
          <p:cNvSpPr/>
          <p:nvPr/>
        </p:nvSpPr>
        <p:spPr>
          <a:xfrm>
            <a:off x="1" y="0"/>
            <a:ext cx="4064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36C601-B9E9-4FB6-BDAC-A9B06230E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9" y="685800"/>
            <a:ext cx="3466354" cy="5231040"/>
          </a:xfrm>
        </p:spPr>
        <p:txBody>
          <a:bodyPr anchor="ctr"/>
          <a:lstStyle>
            <a:lvl1pPr algn="ctr">
              <a:defRPr sz="384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F887C0CA-817E-EE40-B546-956B2EF1606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2" y="685802"/>
            <a:ext cx="6807191" cy="523240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27FCA5B-5092-0944-BF4A-EDFCC43341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F6E12C6A-EE25-1C45-9306-84864D9D7528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DA0674B-4DAE-444B-BCDB-2E9B421249B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06031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ogram/RContent - W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979EAE7-208C-D547-B0C9-395F0AFC5BD0}"/>
              </a:ext>
            </a:extLst>
          </p:cNvPr>
          <p:cNvSpPr/>
          <p:nvPr/>
        </p:nvSpPr>
        <p:spPr>
          <a:xfrm>
            <a:off x="1" y="0"/>
            <a:ext cx="4064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44E8048-AA41-DF44-BDDE-4C5D6725E450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544576" y="1828800"/>
            <a:ext cx="2974848" cy="2974848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C929600E-CBD4-6A43-A302-ED598DA58AD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2" y="2147563"/>
            <a:ext cx="6807191" cy="377063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C4BE4D-9727-ED42-B308-8D1E671A6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5212" y="808286"/>
            <a:ext cx="6807188" cy="10059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0919FB6-2217-A64C-9A76-CB67B43516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746C9EF-793E-F747-94D0-585E82955F5A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D512392-F00B-4E5C-B223-4903BC6CFA8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01980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ogram/RContent - Emera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57FD20C-4E3B-B04C-891E-4C3CD46B2285}"/>
              </a:ext>
            </a:extLst>
          </p:cNvPr>
          <p:cNvSpPr/>
          <p:nvPr/>
        </p:nvSpPr>
        <p:spPr>
          <a:xfrm>
            <a:off x="1" y="0"/>
            <a:ext cx="4064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44E8048-AA41-DF44-BDDE-4C5D6725E450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544576" y="1828800"/>
            <a:ext cx="2974848" cy="2974848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C929600E-CBD4-6A43-A302-ED598DA58AD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2" y="2147563"/>
            <a:ext cx="6807191" cy="377063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C4BE4D-9727-ED42-B308-8D1E671A6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5210" y="808286"/>
            <a:ext cx="6807190" cy="10059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A5F0BB2-2E33-5B45-9DD4-FCF6A2E52D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31CFBF2-200E-654B-844C-73EEFE52C32E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A111D9C-020E-483D-9677-6CF812C47A5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02823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ogram/RContent - S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1D5D9E0-599C-2349-8044-80C5B5F561B5}"/>
              </a:ext>
            </a:extLst>
          </p:cNvPr>
          <p:cNvSpPr/>
          <p:nvPr/>
        </p:nvSpPr>
        <p:spPr>
          <a:xfrm>
            <a:off x="1" y="0"/>
            <a:ext cx="406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44E8048-AA41-DF44-BDDE-4C5D6725E450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544576" y="1828800"/>
            <a:ext cx="2974848" cy="2974848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C929600E-CBD4-6A43-A302-ED598DA58AD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2" y="2147563"/>
            <a:ext cx="6807191" cy="377063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C4BE4D-9727-ED42-B308-8D1E671A6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5210" y="808286"/>
            <a:ext cx="6807190" cy="10059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99EBD89-59CD-064F-8B66-08764C1162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D25EE06-7C99-214C-BB7E-A81D00533FFE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C0EC1B6-E9A1-4FBE-905B-1480CA476C8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38996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ogram/RContent - 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28D9AA5-301C-8446-8329-D85FAFB77F19}"/>
              </a:ext>
            </a:extLst>
          </p:cNvPr>
          <p:cNvSpPr/>
          <p:nvPr/>
        </p:nvSpPr>
        <p:spPr>
          <a:xfrm>
            <a:off x="1" y="0"/>
            <a:ext cx="406400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44E8048-AA41-DF44-BDDE-4C5D6725E450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544576" y="1828800"/>
            <a:ext cx="2974848" cy="2974848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C929600E-CBD4-6A43-A302-ED598DA58AD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2" y="2147563"/>
            <a:ext cx="6807191" cy="377063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C4BE4D-9727-ED42-B308-8D1E671A6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5210" y="808286"/>
            <a:ext cx="6807190" cy="10059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3C2F46D-B3AA-704E-8095-319212D650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25ADF40-8C7A-B842-A283-EC56D6172BB9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6A7A1DE-068D-49C3-B383-77B6B87139E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20834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R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44E8048-AA41-DF44-BDDE-4C5D6725E45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4064000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Picture or Edge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C929600E-CBD4-6A43-A302-ED598DA58AD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2" y="2147563"/>
            <a:ext cx="6807191" cy="377063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C4BE4D-9727-ED42-B308-8D1E671A6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5210" y="808286"/>
            <a:ext cx="6807190" cy="10059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E5280F2-08AA-5D4E-80BB-53C27C0AD8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7CB68DB-F73C-2944-8B01-2CEF7A7467B6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59E2B08-7F26-49F7-9B6F-8C4B905AB3B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9707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RContent Sa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44E8048-AA41-DF44-BDDE-4C5D6725E45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4064000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Picture or Edge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C929600E-CBD4-6A43-A302-ED598DA58AD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2" y="2147563"/>
            <a:ext cx="6807191" cy="377063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C4BE4D-9727-ED42-B308-8D1E671A6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5210" y="808286"/>
            <a:ext cx="6807190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9B8DD5D-2340-AB46-91FB-CE30476ABE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428DF6-0E85-4847-A53D-9BB8799993AF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57E7AE51-B508-4D35-B679-B7E6EBDD158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0499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RContent Sla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44E8048-AA41-DF44-BDDE-4C5D6725E45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4064000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Picture or Edge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C929600E-CBD4-6A43-A302-ED598DA58AD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75212" y="2147563"/>
            <a:ext cx="6807191" cy="377063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C4BE4D-9727-ED42-B308-8D1E671A6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5210" y="808286"/>
            <a:ext cx="6807190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2D1FAB9-AE46-F249-96FE-85BD77431A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189003-BA71-3F4E-919D-A6FBEC3CC1E0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C23978E-CF03-46B5-AA82-145DF87FAC4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50526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plit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D0051B4-375D-6244-B1BD-ABBF58C402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32064" y="0"/>
            <a:ext cx="4059936" cy="6864096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Picture or Edge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5" y="1549403"/>
            <a:ext cx="7515106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5" y="238654"/>
            <a:ext cx="7515106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A83976E-DE2F-0445-82B8-69CE1BDA8584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DC47FE-3865-E140-A247-6F4677222E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460BAACF-9BF1-4F3E-B798-8BAC7329F5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22309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plit Sand -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D0051B4-375D-6244-B1BD-ABBF58C402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32064" y="0"/>
            <a:ext cx="4059936" cy="6864096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marR="0" indent="0" algn="ctr" defTabSz="82294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36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ctr" defTabSz="82294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36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Picture or Edge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5" y="1549403"/>
            <a:ext cx="7515106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5" y="238654"/>
            <a:ext cx="7515106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190935D-F3AA-6E4D-A4FB-D1070FCFDE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EC9FA85-3BC8-9344-A6B5-53CA892777DD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3E6D6160-9FA9-4BAC-A947-8B6C204FB1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74298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plit Slate -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D0051B4-375D-6244-B1BD-ABBF58C402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32064" y="0"/>
            <a:ext cx="4059936" cy="6864096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Picture or Edge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5" y="1549403"/>
            <a:ext cx="7515106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5" y="238654"/>
            <a:ext cx="7515106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059A134-B598-EE40-B1FC-30B52D6673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32212B9-2CEB-7547-BBC9-807AA79C3CDE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00F34CF-63D9-4EFD-9AE6-D4C308F4C7E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42015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plit - S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1FD1C66-F192-6644-874C-A4EE554B71AD}"/>
              </a:ext>
            </a:extLst>
          </p:cNvPr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F040262B-723D-504A-8CD2-E04378BCE1E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412092" y="315385"/>
            <a:ext cx="3484222" cy="5602817"/>
          </a:xfrm>
          <a:noFill/>
        </p:spPr>
        <p:txBody>
          <a:bodyPr lIns="274320" tIns="274320" rIns="274320" bIns="182880" anchor="ctr"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5" y="1549403"/>
            <a:ext cx="7515106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5" y="238654"/>
            <a:ext cx="7515106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59713BE-0FEE-9241-838A-03499D7708C8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367EE3-1DD1-254A-BD3B-62F321C9DB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80D10BF-585E-4898-8664-37EF97D78E9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21062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plit - Sl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7D9CB7D-5AA5-CA4F-9C8D-1D524C80A281}"/>
              </a:ext>
            </a:extLst>
          </p:cNvPr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6049AECA-5AB8-4E4D-A474-D76F7A61678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412092" y="315385"/>
            <a:ext cx="3484222" cy="5602817"/>
          </a:xfrm>
          <a:noFill/>
        </p:spPr>
        <p:txBody>
          <a:bodyPr lIns="274320" tIns="274320" rIns="274320" bIns="182880" anchor="ctr"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5" y="1549403"/>
            <a:ext cx="7515106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5" y="238654"/>
            <a:ext cx="7515106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2BA8A3-0138-AC46-B8F8-6EF936CD95E1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7380DFE-345F-304F-8EEA-21D5D0B0AD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8E0D571-E764-4F84-AE65-0EA7F23972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31838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plit - Sand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BC774F6-C499-1846-BB22-F0472EF35C0B}"/>
              </a:ext>
            </a:extLst>
          </p:cNvPr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F6A3C93-C982-8040-99DB-36102E04143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412092" y="315385"/>
            <a:ext cx="3484222" cy="5602817"/>
          </a:xfrm>
          <a:noFill/>
        </p:spPr>
        <p:txBody>
          <a:bodyPr lIns="274320" tIns="274320" rIns="274320" bIns="182880" anchor="ctr"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5" y="1549403"/>
            <a:ext cx="7515106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5" y="238654"/>
            <a:ext cx="7515106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CDEC2E4-075B-CC43-AE5D-1CCB4BF050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442D58E-864B-DF4C-903C-DA968A2D3EC4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76EEC0E-10A4-4ADD-BD44-393C5E7E5B0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79929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plit - Slate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0D85254-7236-674D-96A7-CC7CBF8FC818}"/>
              </a:ext>
            </a:extLst>
          </p:cNvPr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9F59BDF-9559-B647-8E56-7F60C9EB162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412092" y="315385"/>
            <a:ext cx="3484222" cy="5602817"/>
          </a:xfrm>
          <a:noFill/>
        </p:spPr>
        <p:txBody>
          <a:bodyPr lIns="274320" tIns="274320" rIns="274320" bIns="182880" anchor="ctr"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5" y="1549403"/>
            <a:ext cx="7515106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5" y="238654"/>
            <a:ext cx="7515106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378B9FC-55B8-4849-8B95-4276604D17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988482F-81D9-C14F-BE71-7F9530F43730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1EE0420-EDF8-464A-BF36-6FEFAF98B5E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88623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2C043E7-E594-934B-A1E3-C0FDB0943ED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386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Picture or Edge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8" y="1549399"/>
            <a:ext cx="5484286" cy="436880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20" y="238654"/>
            <a:ext cx="5484284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2A63686-D1F9-F046-9D0B-854800EFA989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AB35736-7A12-1B4C-90A5-D76999521C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DE49A4DE-16D4-40A2-80EC-D90ECFF2EE4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576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nd Content - Image 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2C043E7-E594-934B-A1E3-C0FDB0943ED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386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Picture or Edge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8" y="1549399"/>
            <a:ext cx="5484286" cy="436880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20" y="238654"/>
            <a:ext cx="5484284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DE89E38-2F38-6E4C-A2FD-5B3DD0BDB4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AED8CFE-090C-F942-B0A6-2D93185C42E9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792F8080-2381-498D-ABCE-07CE58BF137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71232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te Content -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2C043E7-E594-934B-A1E3-C0FDB0943ED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386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Picture or Edge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8" y="1549399"/>
            <a:ext cx="5484286" cy="436880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20" y="238654"/>
            <a:ext cx="5484284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69ECD79-EE6B-704B-B6F0-5928064900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489AF25-3031-4743-B4FC-50CF74F54404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E57A4DA-FFAF-423F-B736-9754129C9EC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20587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Left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2C043E7-E594-934B-A1E3-C0FDB0943ED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58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Picture or Edge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02915" y="1549399"/>
            <a:ext cx="5484286" cy="436880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2916" y="238654"/>
            <a:ext cx="5484284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A5B86E5-9A33-A443-85D2-35F95DCCD3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4A0E715-D885-574F-AAEB-DF452CF5F76A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517FDA1-BF12-4DE4-88EC-829DA639BD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23414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nd Content  - Lef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2C043E7-E594-934B-A1E3-C0FDB0943ED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58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Picture or Edge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02915" y="1549399"/>
            <a:ext cx="5484286" cy="436880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2916" y="238654"/>
            <a:ext cx="5484284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F500831-6A7D-FB4D-AB11-1A746DB41E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A42FEE6-89D0-3A42-9025-D578EAB7A1A6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DF3CD4B-2AE1-4E03-8611-D188EC6AD7D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89827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te Content - Left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2C043E7-E594-934B-A1E3-C0FDB0943ED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58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Picture or Edge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02915" y="1549399"/>
            <a:ext cx="5484286" cy="436880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2916" y="238654"/>
            <a:ext cx="5484284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1A07FBE-71F2-8F4C-B6A4-9A1AD7D9B1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201BE3E9-BE81-E341-9716-B41F60388503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3DDB80F-37F7-4F75-9C31-366F5C8D00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8227" y="6168018"/>
            <a:ext cx="1249415" cy="24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86800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- W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8CF3138-6DCB-134B-A528-61239233A7A1}"/>
              </a:ext>
            </a:extLst>
          </p:cNvPr>
          <p:cNvSpPr/>
          <p:nvPr userDrawn="1"/>
        </p:nvSpPr>
        <p:spPr>
          <a:xfrm>
            <a:off x="6098142" y="0"/>
            <a:ext cx="610195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29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20" b="0" i="0" u="none" strike="noStrike" kern="1200" cap="none" spc="0" normalizeH="0" baseline="0" noProof="0">
              <a:ln>
                <a:noFill/>
              </a:ln>
              <a:solidFill>
                <a:srgbClr val="32122C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8" y="1549399"/>
            <a:ext cx="5484286" cy="436880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20" y="238654"/>
            <a:ext cx="5484284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8295085-2DB9-9D40-9168-75DE5BD5692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405916" y="1549399"/>
            <a:ext cx="5486400" cy="436880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58C55C3-4403-0542-ACF9-D27F41BC33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5916" y="238652"/>
            <a:ext cx="5486400" cy="1011936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2"/>
                </a:solidFill>
                <a:latin typeface="+mj-lt"/>
              </a:defRPr>
            </a:lvl1pPr>
            <a:lvl2pPr marL="20764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E051A85-4B3D-AF44-980C-E77911FF3BAC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016A491-AD1A-CD48-85CF-1265D4EFDB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92EB171F-8774-4F7F-9496-40FE00942F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06562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- Emera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A691D56-1518-8344-B783-495A8E74137F}"/>
              </a:ext>
            </a:extLst>
          </p:cNvPr>
          <p:cNvSpPr/>
          <p:nvPr/>
        </p:nvSpPr>
        <p:spPr>
          <a:xfrm>
            <a:off x="6098142" y="0"/>
            <a:ext cx="610195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29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20" b="0" i="0" u="none" strike="noStrike" kern="1200" cap="none" spc="0" normalizeH="0" baseline="0" noProof="0">
              <a:ln>
                <a:noFill/>
              </a:ln>
              <a:solidFill>
                <a:srgbClr val="32122C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8" y="1549399"/>
            <a:ext cx="5484286" cy="436880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20" y="238654"/>
            <a:ext cx="5484284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8295085-2DB9-9D40-9168-75DE5BD5692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405916" y="1549399"/>
            <a:ext cx="5486400" cy="4368802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58C55C3-4403-0542-ACF9-D27F41BC33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5916" y="238652"/>
            <a:ext cx="5486400" cy="1011936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20764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7A123EE-D3C2-304A-8E26-3AD4C3B9D24B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bg1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bg1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1293C2-9B9D-9A46-B2F0-68A0C0570E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C9D0FD66-FC97-4939-8927-79F050AE88F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96068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- S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8CF3138-6DCB-134B-A528-61239233A7A1}"/>
              </a:ext>
            </a:extLst>
          </p:cNvPr>
          <p:cNvSpPr/>
          <p:nvPr/>
        </p:nvSpPr>
        <p:spPr>
          <a:xfrm>
            <a:off x="0" y="0"/>
            <a:ext cx="61019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29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20" b="0" i="0" u="none" strike="noStrike" kern="1200" cap="none" spc="0" normalizeH="0" baseline="0" noProof="0">
              <a:ln>
                <a:noFill/>
              </a:ln>
              <a:solidFill>
                <a:srgbClr val="32122C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8" y="1549402"/>
            <a:ext cx="5484286" cy="4368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20" y="238654"/>
            <a:ext cx="5484284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8295085-2DB9-9D40-9168-75DE5BD5692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408866" y="1549402"/>
            <a:ext cx="5486400" cy="4368800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58C55C3-4403-0542-ACF9-D27F41BC33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8866" y="238654"/>
            <a:ext cx="5486400" cy="1026583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accent6"/>
                </a:solidFill>
                <a:latin typeface="+mj-lt"/>
              </a:defRPr>
            </a:lvl1pPr>
            <a:lvl2pPr marL="20764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0A6D6D62-0C98-9D4C-AF6D-E6A5DAB3AF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2577C52E-D382-2B4C-8AE2-190221ADAD46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E21EF97-1D2A-43E2-9022-9BF573C596A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09741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- 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AE6A8C7-2E83-2A44-A1D6-35D670D8EF94}"/>
              </a:ext>
            </a:extLst>
          </p:cNvPr>
          <p:cNvSpPr/>
          <p:nvPr/>
        </p:nvSpPr>
        <p:spPr>
          <a:xfrm>
            <a:off x="0" y="0"/>
            <a:ext cx="61019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29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20" b="0" i="0" u="none" strike="noStrike" kern="1200" cap="none" spc="0" normalizeH="0" baseline="0" noProof="0">
              <a:ln>
                <a:noFill/>
              </a:ln>
              <a:solidFill>
                <a:srgbClr val="32122C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8" y="1549403"/>
            <a:ext cx="5484286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20" y="238654"/>
            <a:ext cx="5484284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8295085-2DB9-9D40-9168-75DE5BD5692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408866" y="1549402"/>
            <a:ext cx="5486400" cy="4368800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58C55C3-4403-0542-ACF9-D27F41BC33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8866" y="238654"/>
            <a:ext cx="5486400" cy="1026583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accent6"/>
                </a:solidFill>
                <a:latin typeface="+mj-lt"/>
              </a:defRPr>
            </a:lvl1pPr>
            <a:lvl2pPr marL="20764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FA72A807-2BF4-5A43-AB97-3283455AE8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B70CB19C-DBD4-464A-9B53-83EEA04C7C50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4376F7F-001E-48EC-A12E-CF403CB78FB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41851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split - Sa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842C8DD-6D2C-134A-B63E-5796AEBDA530}"/>
              </a:ext>
            </a:extLst>
          </p:cNvPr>
          <p:cNvSpPr/>
          <p:nvPr/>
        </p:nvSpPr>
        <p:spPr>
          <a:xfrm>
            <a:off x="-5949" y="0"/>
            <a:ext cx="4064000" cy="6858000"/>
          </a:xfrm>
          <a:prstGeom prst="rect">
            <a:avLst/>
          </a:prstGeom>
          <a:solidFill>
            <a:srgbClr val="F9F6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29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20" b="0" i="0" u="none" strike="noStrike" kern="1200" cap="none" spc="0" normalizeH="0" baseline="0" noProof="0">
              <a:ln>
                <a:noFill/>
              </a:ln>
              <a:solidFill>
                <a:srgbClr val="32122C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6BE544-B40B-5148-A108-159BB681D5BD}"/>
              </a:ext>
            </a:extLst>
          </p:cNvPr>
          <p:cNvSpPr/>
          <p:nvPr/>
        </p:nvSpPr>
        <p:spPr>
          <a:xfrm>
            <a:off x="4058052" y="0"/>
            <a:ext cx="4064000" cy="6858000"/>
          </a:xfrm>
          <a:prstGeom prst="rect">
            <a:avLst/>
          </a:prstGeom>
          <a:solidFill>
            <a:srgbClr val="F2E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29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20" b="0" i="0" u="none" strike="noStrike" kern="1200" cap="none" spc="0" normalizeH="0" baseline="0" noProof="0">
              <a:ln>
                <a:noFill/>
              </a:ln>
              <a:solidFill>
                <a:srgbClr val="32122C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4" y="1549403"/>
            <a:ext cx="3450336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4" y="238654"/>
            <a:ext cx="3450336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88BBF3-DD7C-2741-9D17-C35C88E3059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373544" y="1549402"/>
            <a:ext cx="3450336" cy="436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D2CCAFC1-1934-B143-8E46-D6E3EEA61E0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435684" y="1549402"/>
            <a:ext cx="3450336" cy="436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FDFAB9-BACB-CF49-8DC8-E7B77FC5B1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73566" y="238654"/>
            <a:ext cx="3450336" cy="1026583"/>
          </a:xfrm>
        </p:spPr>
        <p:txBody>
          <a:bodyPr/>
          <a:lstStyle>
            <a:lvl1pPr marL="0" indent="0">
              <a:buNone/>
              <a:defRPr sz="2400" b="1">
                <a:latin typeface="+mj-lt"/>
              </a:defRPr>
            </a:lvl1pPr>
            <a:lvl2pPr marL="20764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93D6CF82-7130-8443-8BC4-52D469084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35684" y="238654"/>
            <a:ext cx="3450336" cy="1026583"/>
          </a:xfrm>
        </p:spPr>
        <p:txBody>
          <a:bodyPr/>
          <a:lstStyle>
            <a:lvl1pPr marL="0" indent="0">
              <a:buNone/>
              <a:defRPr sz="2400" b="1">
                <a:latin typeface="+mj-lt"/>
              </a:defRPr>
            </a:lvl1pPr>
            <a:lvl2pPr marL="20764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8C7E69B0-E9B0-4246-8735-40F6F41FCA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8E49EA89-4E03-674D-A143-83F3A9E14604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31546DC-5D5A-4C60-AED4-511839577D0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168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200">
          <p15:clr>
            <a:srgbClr val="FBAE40"/>
          </p15:clr>
        </p15:guide>
        <p15:guide id="6" pos="160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split - Sla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842C8DD-6D2C-134A-B63E-5796AEBDA530}"/>
              </a:ext>
            </a:extLst>
          </p:cNvPr>
          <p:cNvSpPr/>
          <p:nvPr/>
        </p:nvSpPr>
        <p:spPr>
          <a:xfrm>
            <a:off x="-5949" y="0"/>
            <a:ext cx="4064000" cy="6858000"/>
          </a:xfrm>
          <a:prstGeom prst="rect">
            <a:avLst/>
          </a:prstGeom>
          <a:solidFill>
            <a:srgbClr val="F1F4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29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20" b="0" i="0" u="none" strike="noStrike" kern="1200" cap="none" spc="0" normalizeH="0" baseline="0" noProof="0">
              <a:ln>
                <a:noFill/>
              </a:ln>
              <a:solidFill>
                <a:srgbClr val="32122C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6BE544-B40B-5148-A108-159BB681D5BD}"/>
              </a:ext>
            </a:extLst>
          </p:cNvPr>
          <p:cNvSpPr/>
          <p:nvPr/>
        </p:nvSpPr>
        <p:spPr>
          <a:xfrm>
            <a:off x="4058052" y="0"/>
            <a:ext cx="4064000" cy="6858000"/>
          </a:xfrm>
          <a:prstGeom prst="rect">
            <a:avLst/>
          </a:prstGeom>
          <a:solidFill>
            <a:srgbClr val="E9EE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229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20" b="0" i="0" u="none" strike="noStrike" kern="1200" cap="none" spc="0" normalizeH="0" baseline="0" noProof="0">
              <a:ln>
                <a:noFill/>
              </a:ln>
              <a:solidFill>
                <a:srgbClr val="32122C"/>
              </a:solidFill>
              <a:effectLst/>
              <a:uLnTx/>
              <a:uFillTx/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6914" y="1549403"/>
            <a:ext cx="3450336" cy="436879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b="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b="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b="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4" y="238654"/>
            <a:ext cx="3450336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88BBF3-DD7C-2741-9D17-C35C88E3059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370915" y="1549402"/>
            <a:ext cx="3450336" cy="436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D2CCAFC1-1934-B143-8E46-D6E3EEA61E0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434750" y="1549402"/>
            <a:ext cx="3450336" cy="436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FDFAB9-BACB-CF49-8DC8-E7B77FC5B1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70936" y="238654"/>
            <a:ext cx="3450336" cy="1026583"/>
          </a:xfrm>
        </p:spPr>
        <p:txBody>
          <a:bodyPr/>
          <a:lstStyle>
            <a:lvl1pPr marL="0" indent="0">
              <a:buNone/>
              <a:defRPr sz="2400" b="1">
                <a:latin typeface="+mj-lt"/>
              </a:defRPr>
            </a:lvl1pPr>
            <a:lvl2pPr marL="20764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93D6CF82-7130-8443-8BC4-52D4690846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34750" y="238654"/>
            <a:ext cx="3450336" cy="1026583"/>
          </a:xfrm>
        </p:spPr>
        <p:txBody>
          <a:bodyPr/>
          <a:lstStyle>
            <a:lvl1pPr marL="0" indent="0">
              <a:buNone/>
              <a:defRPr sz="2400" b="1">
                <a:latin typeface="+mj-lt"/>
              </a:defRPr>
            </a:lvl1pPr>
            <a:lvl2pPr marL="20764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4B2A8DB8-3A5F-A140-9729-1F1191666C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89DDC96-8CC6-9C4A-9324-1F529689A66D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089983E-678F-4D34-AE8F-9C07B5A9A95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5174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2E8EE7EF-653B-2843-81F2-D8D0B2F2E5D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859124-3AD2-B245-A9FE-B76EA285D1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  <a:effectLst/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A27D9C3-3B44-1C43-9CFB-313394F6EF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A40B94D-CEF1-AB46-A95A-BDAFF827810F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2D060ED-94C1-417B-898E-545F4E21702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75828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FE2D7B-799F-044D-B166-4F676C9D45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742C3C98-0B52-764E-BD4F-E785C7D9907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2200957B-B92C-4F4F-82D8-4157ED2430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8" y="238654"/>
            <a:ext cx="11578166" cy="1005948"/>
          </a:xfrm>
          <a:effectLst/>
        </p:spPr>
        <p:txBody>
          <a:bodyPr/>
          <a:lstStyle>
            <a:lvl1pPr>
              <a:defRPr>
                <a:solidFill>
                  <a:schemeClr val="accent6"/>
                </a:solidFill>
                <a:effectLst/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80C9DE0-CA2D-DC4E-8CA3-2BB6680104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D344793-6C5F-244F-8069-E41582B4D57D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E1EDCBB-E4BF-41FB-BAE2-B0DA94AC8AF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76962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FE2D7B-799F-044D-B166-4F676C9D45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F5012DC2-9372-3F44-BD04-8C2EEAAF017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3429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90DDD13B-CF2E-5B4A-A6B4-E04C2A342A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3429000"/>
            <a:ext cx="6096000" cy="3429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D8EE061E-38BC-8B43-A4A0-D52435F3C3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8" y="238654"/>
            <a:ext cx="11578166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  <a:effectLst/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64E32D6-13C3-674C-A765-9FB732E0BA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7757056-8B38-414B-A3C1-68126D74FFEF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318F9CB-577F-4B59-A18B-C42BEF4EA4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30416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FE2D7B-799F-044D-B166-4F676C9D45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3429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50AEF579-1847-264C-B453-30760E5F17D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3429000"/>
            <a:ext cx="6096000" cy="3429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F5012DC2-9372-3F44-BD04-8C2EEAAF017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3429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90DDD13B-CF2E-5B4A-A6B4-E04C2A342A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3429000"/>
            <a:ext cx="6096000" cy="3429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CDC82BE6-7B58-474F-A7CB-5F6B48EA21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8" y="238654"/>
            <a:ext cx="11578166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  <a:effectLst/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FE43B248-2C67-1947-9849-73AE2A93AE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66DF318-2F75-6E44-82E7-237AFA72D37F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C69BD65-6B16-41B8-818B-DA1AA348BB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96555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84D5A3-EAD7-0344-A022-6EFC7B21C352}"/>
              </a:ext>
            </a:extLst>
          </p:cNvPr>
          <p:cNvSpPr/>
          <p:nvPr/>
        </p:nvSpPr>
        <p:spPr>
          <a:xfrm>
            <a:off x="-1" y="0"/>
            <a:ext cx="609600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00800" y="1953658"/>
            <a:ext cx="5181600" cy="396454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40" b="0">
                <a:solidFill>
                  <a:schemeClr val="accent6"/>
                </a:solidFill>
              </a:defRPr>
            </a:lvl1pPr>
            <a:lvl2pPr marL="207640" indent="0">
              <a:lnSpc>
                <a:spcPct val="100000"/>
              </a:lnSpc>
              <a:buNone/>
              <a:defRPr sz="1320" b="0">
                <a:solidFill>
                  <a:schemeClr val="accent6"/>
                </a:solidFill>
              </a:defRPr>
            </a:lvl2pPr>
            <a:lvl3pPr marL="415280" indent="0">
              <a:lnSpc>
                <a:spcPct val="100000"/>
              </a:lnSpc>
              <a:buNone/>
              <a:defRPr sz="1320" b="0">
                <a:solidFill>
                  <a:schemeClr val="accent6"/>
                </a:solidFill>
              </a:defRPr>
            </a:lvl3pPr>
            <a:lvl4pPr marL="630539" indent="0">
              <a:lnSpc>
                <a:spcPct val="100000"/>
              </a:lnSpc>
              <a:buNone/>
              <a:defRPr sz="1320" b="0">
                <a:solidFill>
                  <a:schemeClr val="accent6"/>
                </a:solidFill>
              </a:defRPr>
            </a:lvl4pPr>
            <a:lvl5pPr marL="891517" indent="0">
              <a:lnSpc>
                <a:spcPct val="100000"/>
              </a:lnSpc>
              <a:buNone/>
              <a:defRPr sz="1320"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8" y="238654"/>
            <a:ext cx="7821084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40553E-E6C4-B74A-8DB9-E1A922FA3E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6917" y="1549400"/>
            <a:ext cx="5484283" cy="43688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4FDEC7-20DD-A042-B09A-180DFDB21C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00800" y="1549404"/>
            <a:ext cx="5181600" cy="404257"/>
          </a:xfrm>
        </p:spPr>
        <p:txBody>
          <a:bodyPr/>
          <a:lstStyle>
            <a:lvl1pPr marL="0" indent="0">
              <a:buNone/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3E41EA5E-C05D-5345-94C4-E409862D7D0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863328" y="313944"/>
            <a:ext cx="2023872" cy="743712"/>
          </a:xfrm>
        </p:spPr>
        <p:txBody>
          <a:bodyPr anchor="ctr"/>
          <a:lstStyle>
            <a:lvl1pPr marL="0" indent="0" algn="ctr">
              <a:buNone/>
              <a:defRPr sz="960">
                <a:solidFill>
                  <a:schemeClr val="tx1"/>
                </a:solidFill>
              </a:defRPr>
            </a:lvl1pPr>
          </a:lstStyle>
          <a:p>
            <a:r>
              <a:rPr lang="en-CA"/>
              <a:t>Case Study Client Logo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11FDDEBC-E19C-E14F-9614-46CC06F2DC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37127F0-5E10-8149-8259-CF4BC06D2774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F8561038-2FAE-47AD-B9E7-BFC5475FB46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13441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- Sand"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0B265D-416F-6D4C-BD6A-1023D282FD72}"/>
              </a:ext>
            </a:extLst>
          </p:cNvPr>
          <p:cNvSpPr/>
          <p:nvPr/>
        </p:nvSpPr>
        <p:spPr>
          <a:xfrm>
            <a:off x="3" y="0"/>
            <a:ext cx="6096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00800" y="1953658"/>
            <a:ext cx="5181600" cy="396454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40" b="0">
                <a:solidFill>
                  <a:schemeClr val="accent6"/>
                </a:solidFill>
              </a:defRPr>
            </a:lvl1pPr>
            <a:lvl2pPr marL="207640" indent="0">
              <a:lnSpc>
                <a:spcPct val="100000"/>
              </a:lnSpc>
              <a:buNone/>
              <a:defRPr sz="1320" b="0">
                <a:solidFill>
                  <a:schemeClr val="accent6"/>
                </a:solidFill>
              </a:defRPr>
            </a:lvl2pPr>
            <a:lvl3pPr marL="415280" indent="0">
              <a:lnSpc>
                <a:spcPct val="100000"/>
              </a:lnSpc>
              <a:buNone/>
              <a:defRPr sz="1320" b="0">
                <a:solidFill>
                  <a:schemeClr val="accent6"/>
                </a:solidFill>
              </a:defRPr>
            </a:lvl3pPr>
            <a:lvl4pPr marL="630539" indent="0">
              <a:lnSpc>
                <a:spcPct val="100000"/>
              </a:lnSpc>
              <a:buNone/>
              <a:defRPr sz="1320" b="0">
                <a:solidFill>
                  <a:schemeClr val="accent6"/>
                </a:solidFill>
              </a:defRPr>
            </a:lvl4pPr>
            <a:lvl5pPr marL="891517" indent="0">
              <a:lnSpc>
                <a:spcPct val="100000"/>
              </a:lnSpc>
              <a:buNone/>
              <a:defRPr sz="1320"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8" y="238654"/>
            <a:ext cx="7821084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40553E-E6C4-B74A-8DB9-E1A922FA3E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6919" y="1549400"/>
            <a:ext cx="5484284" cy="43688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4FDEC7-20DD-A042-B09A-180DFDB21C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00800" y="1549404"/>
            <a:ext cx="5181600" cy="404257"/>
          </a:xfrm>
        </p:spPr>
        <p:txBody>
          <a:bodyPr/>
          <a:lstStyle>
            <a:lvl1pPr marL="0" indent="0">
              <a:buNone/>
              <a:defRPr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56839B6E-8454-764B-A0DD-1D6A6BB87D7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863328" y="313944"/>
            <a:ext cx="2023872" cy="743712"/>
          </a:xfrm>
        </p:spPr>
        <p:txBody>
          <a:bodyPr anchor="ctr"/>
          <a:lstStyle>
            <a:lvl1pPr marL="0" indent="0" algn="ctr">
              <a:buNone/>
              <a:defRPr sz="960">
                <a:solidFill>
                  <a:schemeClr val="tx1"/>
                </a:solidFill>
              </a:defRPr>
            </a:lvl1pPr>
          </a:lstStyle>
          <a:p>
            <a:r>
              <a:rPr lang="en-CA"/>
              <a:t>Case Study Client Logo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D7BDCA4F-A165-8044-B964-57B1087D39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8045044-05B8-4B40-A075-AFEE670D6E2B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962C6E75-4CD4-4BA8-8F10-1E1F1F32775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04493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- Slate">
    <p:bg>
      <p:bgPr>
        <a:solidFill>
          <a:srgbClr val="F1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C19E110-8D09-4A4E-AC3E-91CC07431EDF}"/>
              </a:ext>
            </a:extLst>
          </p:cNvPr>
          <p:cNvSpPr/>
          <p:nvPr/>
        </p:nvSpPr>
        <p:spPr>
          <a:xfrm>
            <a:off x="3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40725F4-C4DF-CE48-BBC4-8B105C10DCA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00800" y="1953658"/>
            <a:ext cx="5181600" cy="396454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40" b="0">
                <a:solidFill>
                  <a:schemeClr val="accent6"/>
                </a:solidFill>
              </a:defRPr>
            </a:lvl1pPr>
            <a:lvl2pPr marL="207640" indent="0">
              <a:lnSpc>
                <a:spcPct val="100000"/>
              </a:lnSpc>
              <a:buNone/>
              <a:defRPr sz="1320" b="0">
                <a:solidFill>
                  <a:schemeClr val="accent6"/>
                </a:solidFill>
              </a:defRPr>
            </a:lvl2pPr>
            <a:lvl3pPr marL="415280" indent="0">
              <a:lnSpc>
                <a:spcPct val="100000"/>
              </a:lnSpc>
              <a:buNone/>
              <a:defRPr sz="1320" b="0">
                <a:solidFill>
                  <a:schemeClr val="accent6"/>
                </a:solidFill>
              </a:defRPr>
            </a:lvl3pPr>
            <a:lvl4pPr marL="630539" indent="0">
              <a:lnSpc>
                <a:spcPct val="100000"/>
              </a:lnSpc>
              <a:buNone/>
              <a:defRPr sz="1320" b="0">
                <a:solidFill>
                  <a:schemeClr val="accent6"/>
                </a:solidFill>
              </a:defRPr>
            </a:lvl4pPr>
            <a:lvl5pPr marL="891517" indent="0">
              <a:lnSpc>
                <a:spcPct val="100000"/>
              </a:lnSpc>
              <a:buNone/>
              <a:defRPr sz="1320" b="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D761A-1763-0D48-9342-94C28C29B4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917" y="238654"/>
            <a:ext cx="7821083" cy="1005948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40553E-E6C4-B74A-8DB9-E1A922FA3E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4800" y="1549400"/>
            <a:ext cx="5486400" cy="436880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4FDEC7-20DD-A042-B09A-180DFDB21C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00800" y="1549404"/>
            <a:ext cx="5181600" cy="404257"/>
          </a:xfrm>
        </p:spPr>
        <p:txBody>
          <a:bodyPr/>
          <a:lstStyle>
            <a:lvl1pPr marL="0" indent="0">
              <a:buNone/>
              <a:defRPr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A6B3A078-12CC-4740-A570-2E33116650A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863328" y="313944"/>
            <a:ext cx="2023872" cy="743712"/>
          </a:xfrm>
        </p:spPr>
        <p:txBody>
          <a:bodyPr anchor="ctr"/>
          <a:lstStyle>
            <a:lvl1pPr marL="0" indent="0" algn="ctr">
              <a:buNone/>
              <a:defRPr sz="960">
                <a:solidFill>
                  <a:schemeClr val="tx1"/>
                </a:solidFill>
              </a:defRPr>
            </a:lvl1pPr>
          </a:lstStyle>
          <a:p>
            <a:r>
              <a:rPr lang="en-CA"/>
              <a:t>Case Study Client Logo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BE7548E2-B67E-B841-AD7F-5651EDFCCE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02DEA37B-BE05-7248-85C0-BF881A322D3C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FE7A2C6-F3D7-46C5-B13A-17AC9B6E33E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05595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2B00DFD-3A8E-AF43-952F-E355811A6549}"/>
              </a:ext>
            </a:extLst>
          </p:cNvPr>
          <p:cNvSpPr txBox="1">
            <a:spLocks/>
          </p:cNvSpPr>
          <p:nvPr userDrawn="1"/>
        </p:nvSpPr>
        <p:spPr>
          <a:xfrm>
            <a:off x="9210909" y="6274673"/>
            <a:ext cx="2654191" cy="18560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6858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40" b="0">
                <a:solidFill>
                  <a:schemeClr val="accent6"/>
                </a:solidFill>
                <a:latin typeface="+mn-lt"/>
              </a:rPr>
              <a:t>Proprietary + Confidential  </a:t>
            </a:r>
            <a:r>
              <a:rPr lang="en-US" sz="1080">
                <a:solidFill>
                  <a:schemeClr val="accent3"/>
                </a:solidFill>
                <a:latin typeface="+mj-lt"/>
              </a:rPr>
              <a:t>|</a:t>
            </a:r>
            <a:r>
              <a:rPr lang="en-US" sz="1080">
                <a:solidFill>
                  <a:schemeClr val="accent6"/>
                </a:solidFill>
                <a:latin typeface="+mj-lt"/>
              </a:rPr>
              <a:t>  </a:t>
            </a:r>
            <a:fld id="{F2B112D8-F56F-8E4D-9C16-40CB48F3BE41}" type="slidenum">
              <a:rPr lang="en-US" sz="1080" smtClean="0">
                <a:solidFill>
                  <a:schemeClr val="accent6"/>
                </a:solidFill>
                <a:latin typeface="+mj-lt"/>
              </a:rPr>
              <a:pPr algn="r">
                <a:defRPr/>
              </a:pPr>
              <a:t>‹#›</a:t>
            </a:fld>
            <a:endParaRPr lang="en-US" sz="720" b="0">
              <a:solidFill>
                <a:schemeClr val="accent6"/>
              </a:solidFill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8938B5-A5C0-9B48-BB0E-0A1FBFCFDD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917" y="6197033"/>
            <a:ext cx="548640" cy="219456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6ED8F1D-CE9D-4B9F-AFF4-E0B6A8C02F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1864" y="6172313"/>
            <a:ext cx="1255776" cy="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10507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803236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nly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6A325AF6-4C02-9043-A6C0-53AE0B4AACEE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VIDEO ONLY</a:t>
            </a:r>
          </a:p>
        </p:txBody>
      </p:sp>
    </p:spTree>
    <p:extLst>
      <p:ext uri="{BB962C8B-B14F-4D97-AF65-F5344CB8AC3E}">
        <p14:creationId xmlns:p14="http://schemas.microsoft.com/office/powerpoint/2010/main" val="33508659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8416369E-7467-854F-90E8-46A7AD79DA7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70935" y="6046500"/>
            <a:ext cx="904752" cy="367276"/>
          </a:xfrm>
          <a:prstGeom prst="rect">
            <a:avLst/>
          </a:prstGeom>
        </p:spPr>
      </p:pic>
      <p:sp>
        <p:nvSpPr>
          <p:cNvPr id="6" name="Title 4">
            <a:extLst>
              <a:ext uri="{FF2B5EF4-FFF2-40B4-BE49-F238E27FC236}">
                <a16:creationId xmlns:a16="http://schemas.microsoft.com/office/drawing/2014/main" id="{531AC482-2C1D-DC4D-81D0-C5A539366BE6}"/>
              </a:ext>
            </a:extLst>
          </p:cNvPr>
          <p:cNvSpPr txBox="1">
            <a:spLocks/>
          </p:cNvSpPr>
          <p:nvPr/>
        </p:nvSpPr>
        <p:spPr>
          <a:xfrm>
            <a:off x="1016002" y="2329164"/>
            <a:ext cx="4652996" cy="2199676"/>
          </a:xfrm>
          <a:prstGeom prst="rect">
            <a:avLst/>
          </a:prstGeom>
        </p:spPr>
        <p:txBody>
          <a:bodyPr lIns="0" tIns="0" rIns="0" bIns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rgbClr val="424242"/>
                </a:solidFill>
                <a:latin typeface="+mn-lt"/>
                <a:ea typeface="Constantia" charset="0"/>
                <a:cs typeface="Constantia" charset="0"/>
              </a:defRPr>
            </a:lvl1pPr>
          </a:lstStyle>
          <a:p>
            <a:pPr algn="l">
              <a:lnSpc>
                <a:spcPts val="6000"/>
              </a:lnSpc>
            </a:pPr>
            <a:r>
              <a:rPr lang="en-US" sz="6480" b="1" i="0">
                <a:solidFill>
                  <a:schemeClr val="accent1"/>
                </a:solidFill>
                <a:latin typeface="+mj-lt"/>
              </a:rPr>
              <a:t>Thank you</a:t>
            </a:r>
            <a:r>
              <a:rPr lang="en-US" sz="6480" b="1" i="0">
                <a:solidFill>
                  <a:schemeClr val="accent3"/>
                </a:solidFill>
                <a:latin typeface="+mj-lt"/>
              </a:rPr>
              <a:t>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91BE385-7E09-0A4F-A700-6A9F8DFE1E08}"/>
              </a:ext>
            </a:extLst>
          </p:cNvPr>
          <p:cNvSpPr txBox="1">
            <a:spLocks/>
          </p:cNvSpPr>
          <p:nvPr/>
        </p:nvSpPr>
        <p:spPr>
          <a:xfrm>
            <a:off x="1016002" y="2329164"/>
            <a:ext cx="4652996" cy="2199676"/>
          </a:xfrm>
          <a:prstGeom prst="rect">
            <a:avLst/>
          </a:prstGeom>
        </p:spPr>
        <p:txBody>
          <a:bodyPr lIns="0" tIns="0" rIns="0" bIns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rgbClr val="424242"/>
                </a:solidFill>
                <a:latin typeface="+mn-lt"/>
                <a:ea typeface="Constantia" charset="0"/>
                <a:cs typeface="Constantia" charset="0"/>
              </a:defRPr>
            </a:lvl1pPr>
          </a:lstStyle>
          <a:p>
            <a:pPr algn="l">
              <a:lnSpc>
                <a:spcPts val="6000"/>
              </a:lnSpc>
            </a:pPr>
            <a:r>
              <a:rPr lang="en-US" sz="6480" b="1" i="0">
                <a:solidFill>
                  <a:schemeClr val="accent1"/>
                </a:solidFill>
                <a:latin typeface="+mj-lt"/>
              </a:rPr>
              <a:t>Thank you</a:t>
            </a:r>
            <a:r>
              <a:rPr lang="en-US" sz="6480" b="1" i="0">
                <a:solidFill>
                  <a:schemeClr val="accent3"/>
                </a:solidFill>
                <a:latin typeface="+mj-lt"/>
              </a:rPr>
              <a:t>.</a:t>
            </a:r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86290BB2-8F80-7F46-B8ED-B9E22E2A6099}"/>
              </a:ext>
            </a:extLst>
          </p:cNvPr>
          <p:cNvSpPr txBox="1">
            <a:spLocks/>
          </p:cNvSpPr>
          <p:nvPr userDrawn="1"/>
        </p:nvSpPr>
        <p:spPr>
          <a:xfrm>
            <a:off x="1016002" y="2329164"/>
            <a:ext cx="4652996" cy="2199676"/>
          </a:xfrm>
          <a:prstGeom prst="rect">
            <a:avLst/>
          </a:prstGeom>
        </p:spPr>
        <p:txBody>
          <a:bodyPr lIns="0" tIns="0" rIns="0" bIns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rgbClr val="424242"/>
                </a:solidFill>
                <a:latin typeface="+mn-lt"/>
                <a:ea typeface="Constantia" charset="0"/>
                <a:cs typeface="Constantia" charset="0"/>
              </a:defRPr>
            </a:lvl1pPr>
          </a:lstStyle>
          <a:p>
            <a:pPr algn="l">
              <a:lnSpc>
                <a:spcPts val="6000"/>
              </a:lnSpc>
            </a:pPr>
            <a:r>
              <a:rPr lang="en-US" sz="6480" b="1" i="0">
                <a:solidFill>
                  <a:schemeClr val="accent1"/>
                </a:solidFill>
                <a:latin typeface="+mj-lt"/>
              </a:rPr>
              <a:t>Thank you</a:t>
            </a:r>
            <a:r>
              <a:rPr lang="en-US" sz="6480" b="1" i="0">
                <a:solidFill>
                  <a:schemeClr val="accent3"/>
                </a:solidFill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78730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32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63" Type="http://schemas.openxmlformats.org/officeDocument/2006/relationships/slideLayout" Target="../slideLayouts/slideLayout74.xml"/><Relationship Id="rId68" Type="http://schemas.openxmlformats.org/officeDocument/2006/relationships/oleObject" Target="../embeddings/oleObject1.bin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slideLayout" Target="../slideLayouts/slideLayout64.xml"/><Relationship Id="rId58" Type="http://schemas.openxmlformats.org/officeDocument/2006/relationships/slideLayout" Target="../slideLayouts/slideLayout69.xml"/><Relationship Id="rId6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61" Type="http://schemas.openxmlformats.org/officeDocument/2006/relationships/slideLayout" Target="../slideLayouts/slideLayout72.xml"/><Relationship Id="rId1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56" Type="http://schemas.openxmlformats.org/officeDocument/2006/relationships/slideLayout" Target="../slideLayouts/slideLayout67.xml"/><Relationship Id="rId64" Type="http://schemas.openxmlformats.org/officeDocument/2006/relationships/slideLayout" Target="../slideLayouts/slideLayout75.xml"/><Relationship Id="rId69" Type="http://schemas.openxmlformats.org/officeDocument/2006/relationships/image" Target="../media/image1.emf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59" Type="http://schemas.openxmlformats.org/officeDocument/2006/relationships/slideLayout" Target="../slideLayouts/slideLayout70.xml"/><Relationship Id="rId67" Type="http://schemas.openxmlformats.org/officeDocument/2006/relationships/tags" Target="../tags/tag1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65.xml"/><Relationship Id="rId62" Type="http://schemas.openxmlformats.org/officeDocument/2006/relationships/slideLayout" Target="../slideLayouts/slideLayout7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Relationship Id="rId57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Relationship Id="rId60" Type="http://schemas.openxmlformats.org/officeDocument/2006/relationships/slideLayout" Target="../slideLayouts/slideLayout71.xml"/><Relationship Id="rId65" Type="http://schemas.openxmlformats.org/officeDocument/2006/relationships/slideLayout" Target="../slideLayouts/slideLayout76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9" Type="http://schemas.openxmlformats.org/officeDocument/2006/relationships/slideLayout" Target="../slideLayouts/slideLayout50.xml"/><Relationship Id="rId34" Type="http://schemas.openxmlformats.org/officeDocument/2006/relationships/slideLayout" Target="../slideLayouts/slideLayout45.xml"/><Relationship Id="rId50" Type="http://schemas.openxmlformats.org/officeDocument/2006/relationships/slideLayout" Target="../slideLayouts/slideLayout61.xml"/><Relationship Id="rId55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1C62DC-A346-4EA8-8D24-DC410F872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4D534-C453-4563-87B0-34E927599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FA501-7884-438B-A0E7-328A023CAD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5748F-D7FC-48D3-BB3F-645AD45ADC35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63519-E07D-4A91-BB8F-AAF65DAD68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6B4C6-14E6-43EC-8C50-0EACB00242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04BB8-AF2B-4616-88EF-F84E41B76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482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6DDB782A-2443-4FBF-A56B-628E68C1963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7"/>
            </p:custDataLst>
            <p:extLst>
              <p:ext uri="{D42A27DB-BD31-4B8C-83A1-F6EECF244321}">
                <p14:modId xmlns:p14="http://schemas.microsoft.com/office/powerpoint/2010/main" val="1459531489"/>
              </p:ext>
            </p:extLst>
          </p:nvPr>
        </p:nvGraphicFramePr>
        <p:xfrm>
          <a:off x="2119" y="2119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8" imgW="586" imgH="585" progId="TCLayout.ActiveDocument.1">
                  <p:embed/>
                </p:oleObj>
              </mc:Choice>
              <mc:Fallback>
                <p:oleObj name="think-cell Slide" r:id="rId68" imgW="586" imgH="585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6DDB782A-2443-4FBF-A56B-628E68C196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9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951C71-18B6-1C45-A95E-18F41509D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18" y="238654"/>
            <a:ext cx="11578166" cy="100594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E06FF-9947-A64A-BBEA-43E1E5426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6916" y="1553261"/>
            <a:ext cx="9753600" cy="43649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5">
            <a:extLst>
              <a:ext uri="{FF2B5EF4-FFF2-40B4-BE49-F238E27FC236}">
                <a16:creationId xmlns:a16="http://schemas.microsoft.com/office/drawing/2014/main" id="{C921594D-1D54-2241-8AEE-7C5254D4D2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917" y="6102863"/>
            <a:ext cx="2743200" cy="36618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12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May 2020</a:t>
            </a:r>
          </a:p>
        </p:txBody>
      </p:sp>
    </p:spTree>
    <p:extLst>
      <p:ext uri="{BB962C8B-B14F-4D97-AF65-F5344CB8AC3E}">
        <p14:creationId xmlns:p14="http://schemas.microsoft.com/office/powerpoint/2010/main" val="679030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</p:sldLayoutIdLst>
  <p:hf sldNum="0" hdr="0" ftr="0"/>
  <p:txStyles>
    <p:titleStyle>
      <a:lvl1pPr algn="l" defTabSz="822940" rtl="0" eaLnBrk="1" latinLnBrk="0" hangingPunct="1">
        <a:lnSpc>
          <a:spcPct val="100000"/>
        </a:lnSpc>
        <a:spcBef>
          <a:spcPct val="0"/>
        </a:spcBef>
        <a:buNone/>
        <a:defRPr sz="2400" b="1" i="0" kern="1200">
          <a:solidFill>
            <a:schemeClr val="accent6"/>
          </a:solidFill>
          <a:latin typeface="+mj-lt"/>
          <a:ea typeface="Constantia" charset="0"/>
          <a:cs typeface="Constantia" charset="0"/>
        </a:defRPr>
      </a:lvl1pPr>
    </p:titleStyle>
    <p:bodyStyle>
      <a:lvl1pPr marL="205735" indent="-205735" algn="l" defTabSz="822940" rtl="0" eaLnBrk="1" latinLnBrk="0" hangingPunct="1">
        <a:lnSpc>
          <a:spcPct val="100000"/>
        </a:lnSpc>
        <a:spcBef>
          <a:spcPts val="360"/>
        </a:spcBef>
        <a:spcAft>
          <a:spcPts val="360"/>
        </a:spcAft>
        <a:buFont typeface="Arial"/>
        <a:buChar char="•"/>
        <a:defRPr sz="1680" b="0" i="0" kern="1200">
          <a:solidFill>
            <a:schemeClr val="accent6"/>
          </a:solidFill>
          <a:latin typeface="+mn-lt"/>
          <a:ea typeface="+mn-ea"/>
          <a:cs typeface="+mn-cs"/>
        </a:defRPr>
      </a:lvl1pPr>
      <a:lvl2pPr marL="415280" indent="-207641" algn="l" defTabSz="822940" rtl="0" eaLnBrk="1" latinLnBrk="0" hangingPunct="1">
        <a:lnSpc>
          <a:spcPct val="100000"/>
        </a:lnSpc>
        <a:spcBef>
          <a:spcPts val="360"/>
        </a:spcBef>
        <a:spcAft>
          <a:spcPts val="360"/>
        </a:spcAft>
        <a:buFont typeface="Arial"/>
        <a:buChar char="•"/>
        <a:tabLst/>
        <a:defRPr sz="1440" b="0" i="0" kern="1200">
          <a:solidFill>
            <a:schemeClr val="accent6"/>
          </a:solidFill>
          <a:latin typeface="+mn-lt"/>
          <a:ea typeface="+mn-ea"/>
          <a:cs typeface="+mn-cs"/>
        </a:defRPr>
      </a:lvl2pPr>
      <a:lvl3pPr marL="622920" indent="-207641" algn="l" defTabSz="822940" rtl="0" eaLnBrk="1" latinLnBrk="0" hangingPunct="1">
        <a:lnSpc>
          <a:spcPct val="100000"/>
        </a:lnSpc>
        <a:spcBef>
          <a:spcPts val="360"/>
        </a:spcBef>
        <a:spcAft>
          <a:spcPts val="360"/>
        </a:spcAft>
        <a:buFont typeface="Arial"/>
        <a:buChar char="•"/>
        <a:tabLst/>
        <a:defRPr sz="1440" b="0" i="0" kern="1200">
          <a:solidFill>
            <a:schemeClr val="accent6"/>
          </a:solidFill>
          <a:latin typeface="+mn-lt"/>
          <a:ea typeface="+mn-ea"/>
          <a:cs typeface="+mn-cs"/>
        </a:defRPr>
      </a:lvl3pPr>
      <a:lvl4pPr marL="830560" indent="-200021" algn="l" defTabSz="822940" rtl="0" eaLnBrk="1" latinLnBrk="0" hangingPunct="1">
        <a:lnSpc>
          <a:spcPct val="100000"/>
        </a:lnSpc>
        <a:spcBef>
          <a:spcPts val="360"/>
        </a:spcBef>
        <a:spcAft>
          <a:spcPts val="360"/>
        </a:spcAft>
        <a:buFont typeface="Arial"/>
        <a:buChar char="•"/>
        <a:tabLst/>
        <a:defRPr sz="1440" b="0" i="0" kern="1200">
          <a:solidFill>
            <a:schemeClr val="accent6"/>
          </a:solidFill>
          <a:latin typeface="+mn-lt"/>
          <a:ea typeface="+mn-ea"/>
          <a:cs typeface="+mn-cs"/>
        </a:defRPr>
      </a:lvl4pPr>
      <a:lvl5pPr marL="1099158" indent="-207641" algn="l" defTabSz="822940" rtl="0" eaLnBrk="1" latinLnBrk="0" hangingPunct="1">
        <a:lnSpc>
          <a:spcPct val="100000"/>
        </a:lnSpc>
        <a:spcBef>
          <a:spcPts val="360"/>
        </a:spcBef>
        <a:spcAft>
          <a:spcPts val="360"/>
        </a:spcAft>
        <a:buFont typeface="Arial"/>
        <a:buChar char="•"/>
        <a:tabLst/>
        <a:defRPr sz="1440" b="0" i="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263084" indent="-205735" algn="l" defTabSz="822940" rtl="0" eaLnBrk="1" latinLnBrk="0" hangingPunct="1">
        <a:lnSpc>
          <a:spcPct val="90000"/>
        </a:lnSpc>
        <a:spcBef>
          <a:spcPts val="450"/>
        </a:spcBef>
        <a:buFont typeface="Arial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554" indent="-205735" algn="l" defTabSz="822940" rtl="0" eaLnBrk="1" latinLnBrk="0" hangingPunct="1">
        <a:lnSpc>
          <a:spcPct val="90000"/>
        </a:lnSpc>
        <a:spcBef>
          <a:spcPts val="450"/>
        </a:spcBef>
        <a:buFont typeface="Arial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023" indent="-205735" algn="l" defTabSz="822940" rtl="0" eaLnBrk="1" latinLnBrk="0" hangingPunct="1">
        <a:lnSpc>
          <a:spcPct val="90000"/>
        </a:lnSpc>
        <a:spcBef>
          <a:spcPts val="450"/>
        </a:spcBef>
        <a:buFont typeface="Arial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492" indent="-205735" algn="l" defTabSz="822940" rtl="0" eaLnBrk="1" latinLnBrk="0" hangingPunct="1">
        <a:lnSpc>
          <a:spcPct val="90000"/>
        </a:lnSpc>
        <a:spcBef>
          <a:spcPts val="450"/>
        </a:spcBef>
        <a:buFont typeface="Arial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70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40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10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879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48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18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288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758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1" pos="2400">
          <p15:clr>
            <a:srgbClr val="F26B43"/>
          </p15:clr>
        </p15:guide>
        <p15:guide id="12" orient="horz" pos="1350">
          <p15:clr>
            <a:srgbClr val="F26B43"/>
          </p15:clr>
        </p15:guide>
        <p15:guide id="16" orient="horz" pos="124">
          <p15:clr>
            <a:srgbClr val="F26B43"/>
          </p15:clr>
        </p15:guide>
        <p15:guide id="17" orient="horz" pos="2530">
          <p15:clr>
            <a:srgbClr val="F26B43"/>
          </p15:clr>
        </p15:guide>
        <p15:guide id="22" orient="horz" pos="2330">
          <p15:clr>
            <a:srgbClr val="F26B43"/>
          </p15:clr>
        </p15:guide>
        <p15:guide id="23" pos="240">
          <p15:clr>
            <a:srgbClr val="F26B43"/>
          </p15:clr>
        </p15:guide>
        <p15:guide id="24" pos="4560">
          <p15:clr>
            <a:srgbClr val="F26B43"/>
          </p15:clr>
        </p15:guide>
        <p15:guide id="26" orient="horz" pos="270">
          <p15:clr>
            <a:srgbClr val="F26B43"/>
          </p15:clr>
        </p15:guide>
        <p15:guide id="44" pos="120">
          <p15:clr>
            <a:srgbClr val="F26B43"/>
          </p15:clr>
        </p15:guide>
        <p15:guide id="45" pos="4680">
          <p15:clr>
            <a:srgbClr val="F26B43"/>
          </p15:clr>
        </p15:guide>
        <p15:guide id="46" orient="horz" pos="606">
          <p15:clr>
            <a:srgbClr val="F26B43"/>
          </p15:clr>
        </p15:guide>
        <p15:guide id="47" orient="horz" pos="493">
          <p15:clr>
            <a:srgbClr val="F26B43"/>
          </p15:clr>
        </p15:guide>
        <p15:guide id="48" pos="3200">
          <p15:clr>
            <a:srgbClr val="F26B43"/>
          </p15:clr>
        </p15:guide>
        <p15:guide id="49" pos="400">
          <p15:clr>
            <a:srgbClr val="F26B43"/>
          </p15:clr>
        </p15:guide>
        <p15:guide id="50" pos="4400">
          <p15:clr>
            <a:srgbClr val="F26B43"/>
          </p15:clr>
        </p15:guide>
        <p15:guide id="51" pos="1600">
          <p15:clr>
            <a:srgbClr val="F26B43"/>
          </p15:clr>
        </p15:guide>
        <p15:guide id="52" pos="2280">
          <p15:clr>
            <a:srgbClr val="F26B43"/>
          </p15:clr>
        </p15:guide>
        <p15:guide id="53" pos="25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03CC6-D9E2-4130-BEB1-A50D4625AA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244602"/>
            <a:ext cx="10418064" cy="3876041"/>
          </a:xfrm>
        </p:spPr>
        <p:txBody>
          <a:bodyPr/>
          <a:lstStyle/>
          <a:p>
            <a:r>
              <a:rPr lang="en-US" sz="4000" dirty="0"/>
              <a:t>Scene+: SEON Fraud tool Integration</a:t>
            </a:r>
            <a:endParaRPr lang="en-CA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41CB5-89B1-45BB-B72E-A64A6347B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855878"/>
            <a:r>
              <a:rPr lang="en-US" dirty="0">
                <a:solidFill>
                  <a:srgbClr val="ECE8D4"/>
                </a:solidFill>
                <a:latin typeface="Century Gothic" panose="020B0502020202020204"/>
              </a:rPr>
              <a:t>Dec. 2023</a:t>
            </a:r>
          </a:p>
        </p:txBody>
      </p:sp>
    </p:spTree>
    <p:extLst>
      <p:ext uri="{BB962C8B-B14F-4D97-AF65-F5344CB8AC3E}">
        <p14:creationId xmlns:p14="http://schemas.microsoft.com/office/powerpoint/2010/main" val="2773058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85FD6-9F55-B041-A45A-8EE0313D98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5440" y="214604"/>
            <a:ext cx="6561120" cy="1156996"/>
          </a:xfrm>
        </p:spPr>
        <p:txBody>
          <a:bodyPr anchor="ctr">
            <a:normAutofit/>
          </a:bodyPr>
          <a:lstStyle/>
          <a:p>
            <a:pPr algn="ctr"/>
            <a:r>
              <a:rPr lang="en-US" sz="4400" dirty="0"/>
              <a:t>Purpose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1AB4344-B526-ED3A-DE27-BC143DA65C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1" y="1700784"/>
            <a:ext cx="10171175" cy="421538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985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E33FF6-6A11-E7EB-1EF9-FC3F76A7B3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3486" y="139588"/>
            <a:ext cx="8705461" cy="6609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43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85FD6-9F55-B041-A45A-8EE0313D98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03391" y="205273"/>
            <a:ext cx="6561120" cy="1082351"/>
          </a:xfrm>
        </p:spPr>
        <p:txBody>
          <a:bodyPr anchor="ctr">
            <a:normAutofit/>
          </a:bodyPr>
          <a:lstStyle/>
          <a:p>
            <a:pPr algn="ctr"/>
            <a:r>
              <a:rPr lang="en-US" sz="4400" dirty="0"/>
              <a:t>Challenges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1AB4344-B526-ED3A-DE27-BC143DA65C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1" y="1700784"/>
            <a:ext cx="10171175" cy="421538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2186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BL FULL">
  <a:themeElements>
    <a:clrScheme name="Bond2020WINE">
      <a:dk1>
        <a:srgbClr val="32112C"/>
      </a:dk1>
      <a:lt1>
        <a:srgbClr val="FFFFFF"/>
      </a:lt1>
      <a:dk2>
        <a:srgbClr val="E1E9E2"/>
      </a:dk2>
      <a:lt2>
        <a:srgbClr val="0E331D"/>
      </a:lt2>
      <a:accent1>
        <a:srgbClr val="ECE8D4"/>
      </a:accent1>
      <a:accent2>
        <a:srgbClr val="6DC8B8"/>
      </a:accent2>
      <a:accent3>
        <a:srgbClr val="CE009F"/>
      </a:accent3>
      <a:accent4>
        <a:srgbClr val="2E786A"/>
      </a:accent4>
      <a:accent5>
        <a:srgbClr val="3B1535"/>
      </a:accent5>
      <a:accent6>
        <a:srgbClr val="000000"/>
      </a:accent6>
      <a:hlink>
        <a:srgbClr val="CE009F"/>
      </a:hlink>
      <a:folHlink>
        <a:srgbClr val="C6C6C6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BL FULL" id="{63F677E4-D148-4847-91A1-21B5CB76B3A5}" vid="{A607612E-B64A-7948-A8DE-20E07EDF8A3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D802F672C55D46ADA479652717747D" ma:contentTypeVersion="12" ma:contentTypeDescription="Create a new document." ma:contentTypeScope="" ma:versionID="21b8e657ea2d92086d97dc6768dbd364">
  <xsd:schema xmlns:xsd="http://www.w3.org/2001/XMLSchema" xmlns:xs="http://www.w3.org/2001/XMLSchema" xmlns:p="http://schemas.microsoft.com/office/2006/metadata/properties" xmlns:ns2="a35903e9-d12c-45a4-b6ed-b2118ba52f68" xmlns:ns3="f689e1d2-dd8c-4bd9-b74e-10c44df91c13" targetNamespace="http://schemas.microsoft.com/office/2006/metadata/properties" ma:root="true" ma:fieldsID="f910de651f0ff1e6b206e4634e177caf" ns2:_="" ns3:_="">
    <xsd:import namespace="a35903e9-d12c-45a4-b6ed-b2118ba52f68"/>
    <xsd:import namespace="f689e1d2-dd8c-4bd9-b74e-10c44df91c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5903e9-d12c-45a4-b6ed-b2118ba52f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89e1d2-dd8c-4bd9-b74e-10c44df91c13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44681A-778C-4C28-A29D-07FB18ACDB33}">
  <ds:schemaRefs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purl.org/dc/elements/1.1/"/>
    <ds:schemaRef ds:uri="f689e1d2-dd8c-4bd9-b74e-10c44df91c13"/>
    <ds:schemaRef ds:uri="a35903e9-d12c-45a4-b6ed-b2118ba52f68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3C8083DC-8C25-42F0-A453-7B5B9CB3D97D}">
  <ds:schemaRefs>
    <ds:schemaRef ds:uri="a35903e9-d12c-45a4-b6ed-b2118ba52f68"/>
    <ds:schemaRef ds:uri="f689e1d2-dd8c-4bd9-b74e-10c44df91c1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450A169-7616-4962-98C3-E1B979149BD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11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Calibri</vt:lpstr>
      <vt:lpstr>Calibri Light</vt:lpstr>
      <vt:lpstr>Century Gothic</vt:lpstr>
      <vt:lpstr>Palatino Linotype</vt:lpstr>
      <vt:lpstr>Office Theme</vt:lpstr>
      <vt:lpstr>BBL FULL</vt:lpstr>
      <vt:lpstr>think-cell Slide</vt:lpstr>
      <vt:lpstr>Scene+: SEON Fraud tool Integration</vt:lpstr>
      <vt:lpstr>Purpose</vt:lpstr>
      <vt:lpstr>PowerPoint Presentation</vt:lpstr>
      <vt:lpstr>Challenges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Synergy  Team Structure</dc:title>
  <dc:creator>Aeri, Shashank</dc:creator>
  <cp:lastModifiedBy>Adhaduk, Nik</cp:lastModifiedBy>
  <cp:revision>12</cp:revision>
  <dcterms:created xsi:type="dcterms:W3CDTF">2021-08-12T19:16:06Z</dcterms:created>
  <dcterms:modified xsi:type="dcterms:W3CDTF">2024-04-30T19:44:08Z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0x0101000CD802F672C55D46ADA479652717747D</vt:lpwstr>
  </property>
</Properties>
</file>