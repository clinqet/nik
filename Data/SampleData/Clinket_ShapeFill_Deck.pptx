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ff13b84a1b4655" /></Relationships>
</file>

<file path=ppt/presentation.xml><?xml version="1.0" encoding="utf-8"?>
<p:presentation xmlns:p="http://schemas.openxmlformats.org/presentationml/2006/main">
  <p:sldSz cx="12192000" cy="6858000"/>
  <p:sldIdLst>
    <p:sldId xmlns:r="http://schemas.openxmlformats.org/officeDocument/2006/relationships" id="256" r:id="R25022febf7f64d31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25022febf7f64d31" 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Rca5e4860ea8f4886" /><Relationship Type="http://schemas.openxmlformats.org/officeDocument/2006/relationships/image" Target="/ppt/media/image2.png" Id="R28aa2829cd1643b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a5e4860ea8f4886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500000" y="3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GB"/>
              <a:t>Our salon</a:t>
            </a:r>
          </a:p>
        </p:txBody>
      </p:sp>
      <p:sp>
        <p:nvSpPr>
          <p:cNvPr id="3" name="PhotoPanel"/>
          <p:cNvSpPr/>
          <p:nvPr/>
        </p:nvSpPr>
        <p:spPr>
          <a:xfrm xmlns:a="http://schemas.openxmlformats.org/drawingml/2006/main">
            <a:off x="500000" y="1500000"/>
            <a:ext cx="5000000" cy="3500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8aa2829cd1643b5"/>
            <a:stretch>
              <a:fillRect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GB"/>
              <a:t>Our treatment room</a:t>
            </a:r>
          </a:p>
        </p:txBody>
      </p:sp>
    </p:spTree>
  </p:cSld>
</p:sld>
</file>