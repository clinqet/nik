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f43bfdc8794b82" /></Relationships>
</file>

<file path=ppt/presentation.xml><?xml version="1.0" encoding="utf-8"?>
<p:presentation xmlns:p="http://schemas.openxmlformats.org/presentationml/2006/main">
  <p:sldSz cx="12192000" cy="6858000"/>
  <p:sldIdLst>
    <p:sldId xmlns:r="http://schemas.openxmlformats.org/officeDocument/2006/relationships" id="256" r:id="R4f65d614924c415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4f65d614924c4150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chart" Target="/ppt/slides/charts/chart1.xml" Id="R7213c7a0d09346ed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Treatment prices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Gel manicure</c:v>
                </c:pt>
                <c:pt idx="1">
                  <c:v>Pedicure</c:v>
                </c:pt>
                <c:pt idx="2">
                  <c:v>Full set acrylics</c:v>
                </c:pt>
                <c:pt idx="3">
                  <c:v>Nail art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35</c:v>
                </c:pt>
                <c:pt idx="2">
                  <c:v>60</c:v>
                </c:pt>
                <c:pt idx="3">
                  <c:v>15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Service</a:t>
                </a:r>
              </a:p>
            </c:rich>
          </c:tx>
          <c:overlay val="0"/>
        </c:title>
        <c:crossAx val="222222222"/>
      </c:catAx>
      <c:valAx>
        <c:axId val="22222222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Price in pounds</a:t>
                </a:r>
              </a:p>
            </c:rich>
          </c:tx>
          <c:overlay val="0"/>
        </c:title>
        <c:crossAx val="111111111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500000" y="3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GB"/>
              <a:t>Treatment prices 2026</a:t>
            </a:r>
          </a:p>
        </p:txBody>
      </p:sp>
      <p:graphicFrame>
        <p:nvGraphicFramePr>
          <p:cNvPr id="3" name="PriceChart"/>
          <p:cNvGraphicFramePr/>
          <p:nvPr/>
        </p:nvGraphicFramePr>
        <p:xfrm>
          <a:off xmlns:a="http://schemas.openxmlformats.org/drawingml/2006/main" x="500000" y="1500000"/>
          <a:ext xmlns:a="http://schemas.openxmlformats.org/drawingml/2006/main" cx="8000000" cy="40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13c7a0d09346ed"/>
          </a:graphicData>
        </a:graphic>
      </p:graphicFrame>
    </p:spTree>
  </p:cSld>
</p:sld>
</file>