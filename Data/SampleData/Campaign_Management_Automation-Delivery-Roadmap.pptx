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9074" r:id="rId5"/>
    <p:sldId id="2147478819" r:id="rId6"/>
    <p:sldId id="2147478823" r:id="rId7"/>
    <p:sldId id="2147478831" r:id="rId8"/>
    <p:sldId id="2147478824" r:id="rId9"/>
    <p:sldId id="2147478869" r:id="rId10"/>
    <p:sldId id="2147478828" r:id="rId11"/>
    <p:sldId id="2147478871" r:id="rId12"/>
    <p:sldId id="2147478852" r:id="rId13"/>
    <p:sldId id="2147478867" r:id="rId14"/>
    <p:sldId id="2147478868" r:id="rId15"/>
    <p:sldId id="21474788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090A4C-D084-B9FD-041E-AD2F353A767D}" name="Marcelo Kisahleitner" initials="MK" userId="S::marcelo.kisahleitner@scene.ca::6a09bb1f-1168-46b9-a3f0-429c76364b9e" providerId="AD"/>
  <p188:author id="{42668EDD-721A-632A-5DEE-5022CDB7FB88}" name="Aakash Vajhallya" initials="AV" userId="S::aakash.vajhallya@scene.ca::e8fe297f-8125-48c1-90e5-aee7d11d146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A42D3-17BB-4E60-9827-4301DA9DB3F5}" v="517" dt="2024-05-03T17:31:40.458"/>
    <p1510:client id="{4C484812-9557-5B6E-F31F-7A7BD3FE67D9}" v="165" dt="2024-05-03T14:42:27.415"/>
    <p1510:client id="{A383F9A1-FA88-4C1C-BA19-FAE23DF31A04}" v="7" dt="2024-05-02T18:20:34.241"/>
    <p1510:client id="{B75404CB-DFCF-D3D5-4068-185C82185691}" v="99" dt="2024-05-03T20:59:04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el Siao" userId="S::noel.siao@scene.ca::1e7be882-14f6-4418-90c3-3eec794f6d2b" providerId="AD" clId="Web-{4C484812-9557-5B6E-F31F-7A7BD3FE67D9}"/>
    <pc:docChg chg="delSld modSld">
      <pc:chgData name="Noel Siao" userId="S::noel.siao@scene.ca::1e7be882-14f6-4418-90c3-3eec794f6d2b" providerId="AD" clId="Web-{4C484812-9557-5B6E-F31F-7A7BD3FE67D9}" dt="2024-05-03T14:42:27.415" v="96" actId="1076"/>
      <pc:docMkLst>
        <pc:docMk/>
      </pc:docMkLst>
      <pc:sldChg chg="modSp">
        <pc:chgData name="Noel Siao" userId="S::noel.siao@scene.ca::1e7be882-14f6-4418-90c3-3eec794f6d2b" providerId="AD" clId="Web-{4C484812-9557-5B6E-F31F-7A7BD3FE67D9}" dt="2024-05-03T14:41:59.695" v="86" actId="20577"/>
        <pc:sldMkLst>
          <pc:docMk/>
          <pc:sldMk cId="29620251" sldId="2147478824"/>
        </pc:sldMkLst>
        <pc:spChg chg="mod">
          <ac:chgData name="Noel Siao" userId="S::noel.siao@scene.ca::1e7be882-14f6-4418-90c3-3eec794f6d2b" providerId="AD" clId="Web-{4C484812-9557-5B6E-F31F-7A7BD3FE67D9}" dt="2024-05-03T14:39:28.928" v="3" actId="1076"/>
          <ac:spMkLst>
            <pc:docMk/>
            <pc:sldMk cId="29620251" sldId="2147478824"/>
            <ac:spMk id="3" creationId="{E01B1C43-6CAB-0030-1331-D4E19091ECC5}"/>
          </ac:spMkLst>
        </pc:spChg>
        <pc:spChg chg="mod">
          <ac:chgData name="Noel Siao" userId="S::noel.siao@scene.ca::1e7be882-14f6-4418-90c3-3eec794f6d2b" providerId="AD" clId="Web-{4C484812-9557-5B6E-F31F-7A7BD3FE67D9}" dt="2024-05-03T14:40:14.553" v="9" actId="20577"/>
          <ac:spMkLst>
            <pc:docMk/>
            <pc:sldMk cId="29620251" sldId="2147478824"/>
            <ac:spMk id="6" creationId="{E8200CA1-E2A2-7CE0-CB32-2FAB664C4945}"/>
          </ac:spMkLst>
        </pc:spChg>
        <pc:spChg chg="mod">
          <ac:chgData name="Noel Siao" userId="S::noel.siao@scene.ca::1e7be882-14f6-4418-90c3-3eec794f6d2b" providerId="AD" clId="Web-{4C484812-9557-5B6E-F31F-7A7BD3FE67D9}" dt="2024-05-03T14:39:37.553" v="5" actId="14100"/>
          <ac:spMkLst>
            <pc:docMk/>
            <pc:sldMk cId="29620251" sldId="2147478824"/>
            <ac:spMk id="7" creationId="{12B1216D-D01B-1B2D-4EB8-15F13B627F24}"/>
          </ac:spMkLst>
        </pc:spChg>
        <pc:spChg chg="mod">
          <ac:chgData name="Noel Siao" userId="S::noel.siao@scene.ca::1e7be882-14f6-4418-90c3-3eec794f6d2b" providerId="AD" clId="Web-{4C484812-9557-5B6E-F31F-7A7BD3FE67D9}" dt="2024-05-03T14:41:59.695" v="86" actId="20577"/>
          <ac:spMkLst>
            <pc:docMk/>
            <pc:sldMk cId="29620251" sldId="2147478824"/>
            <ac:spMk id="10" creationId="{3D2E92E7-04B3-B52E-59C7-9DEACB6AC327}"/>
          </ac:spMkLst>
        </pc:spChg>
      </pc:sldChg>
      <pc:sldChg chg="del">
        <pc:chgData name="Noel Siao" userId="S::noel.siao@scene.ca::1e7be882-14f6-4418-90c3-3eec794f6d2b" providerId="AD" clId="Web-{4C484812-9557-5B6E-F31F-7A7BD3FE67D9}" dt="2024-05-03T14:42:05.696" v="87"/>
        <pc:sldMkLst>
          <pc:docMk/>
          <pc:sldMk cId="891952651" sldId="2147478830"/>
        </pc:sldMkLst>
      </pc:sldChg>
      <pc:sldChg chg="del">
        <pc:chgData name="Noel Siao" userId="S::noel.siao@scene.ca::1e7be882-14f6-4418-90c3-3eec794f6d2b" providerId="AD" clId="Web-{4C484812-9557-5B6E-F31F-7A7BD3FE67D9}" dt="2024-05-03T14:42:06.821" v="88"/>
        <pc:sldMkLst>
          <pc:docMk/>
          <pc:sldMk cId="3001530116" sldId="2147478832"/>
        </pc:sldMkLst>
      </pc:sldChg>
      <pc:sldChg chg="del">
        <pc:chgData name="Noel Siao" userId="S::noel.siao@scene.ca::1e7be882-14f6-4418-90c3-3eec794f6d2b" providerId="AD" clId="Web-{4C484812-9557-5B6E-F31F-7A7BD3FE67D9}" dt="2024-05-03T14:42:07.711" v="89"/>
        <pc:sldMkLst>
          <pc:docMk/>
          <pc:sldMk cId="3021515541" sldId="2147478863"/>
        </pc:sldMkLst>
      </pc:sldChg>
      <pc:sldChg chg="del">
        <pc:chgData name="Noel Siao" userId="S::noel.siao@scene.ca::1e7be882-14f6-4418-90c3-3eec794f6d2b" providerId="AD" clId="Web-{4C484812-9557-5B6E-F31F-7A7BD3FE67D9}" dt="2024-05-03T14:42:09.289" v="90"/>
        <pc:sldMkLst>
          <pc:docMk/>
          <pc:sldMk cId="1307525472" sldId="2147478872"/>
        </pc:sldMkLst>
      </pc:sldChg>
      <pc:sldChg chg="del">
        <pc:chgData name="Noel Siao" userId="S::noel.siao@scene.ca::1e7be882-14f6-4418-90c3-3eec794f6d2b" providerId="AD" clId="Web-{4C484812-9557-5B6E-F31F-7A7BD3FE67D9}" dt="2024-05-03T14:42:14.586" v="91"/>
        <pc:sldMkLst>
          <pc:docMk/>
          <pc:sldMk cId="15138294" sldId="2147478875"/>
        </pc:sldMkLst>
      </pc:sldChg>
      <pc:sldChg chg="del">
        <pc:chgData name="Noel Siao" userId="S::noel.siao@scene.ca::1e7be882-14f6-4418-90c3-3eec794f6d2b" providerId="AD" clId="Web-{4C484812-9557-5B6E-F31F-7A7BD3FE67D9}" dt="2024-05-03T14:42:15.993" v="92"/>
        <pc:sldMkLst>
          <pc:docMk/>
          <pc:sldMk cId="2401294478" sldId="2147478878"/>
        </pc:sldMkLst>
      </pc:sldChg>
      <pc:sldChg chg="del">
        <pc:chgData name="Noel Siao" userId="S::noel.siao@scene.ca::1e7be882-14f6-4418-90c3-3eec794f6d2b" providerId="AD" clId="Web-{4C484812-9557-5B6E-F31F-7A7BD3FE67D9}" dt="2024-05-03T14:42:17.149" v="93"/>
        <pc:sldMkLst>
          <pc:docMk/>
          <pc:sldMk cId="2025571215" sldId="2147478879"/>
        </pc:sldMkLst>
      </pc:sldChg>
      <pc:sldChg chg="modSp">
        <pc:chgData name="Noel Siao" userId="S::noel.siao@scene.ca::1e7be882-14f6-4418-90c3-3eec794f6d2b" providerId="AD" clId="Web-{4C484812-9557-5B6E-F31F-7A7BD3FE67D9}" dt="2024-05-03T14:42:27.415" v="96" actId="1076"/>
        <pc:sldMkLst>
          <pc:docMk/>
          <pc:sldMk cId="541923178" sldId="2147478880"/>
        </pc:sldMkLst>
        <pc:spChg chg="mod">
          <ac:chgData name="Noel Siao" userId="S::noel.siao@scene.ca::1e7be882-14f6-4418-90c3-3eec794f6d2b" providerId="AD" clId="Web-{4C484812-9557-5B6E-F31F-7A7BD3FE67D9}" dt="2024-05-03T14:42:20.524" v="94" actId="1076"/>
          <ac:spMkLst>
            <pc:docMk/>
            <pc:sldMk cId="541923178" sldId="2147478880"/>
            <ac:spMk id="2" creationId="{BE7D11B6-0707-FFCB-0A67-F576FCBE7342}"/>
          </ac:spMkLst>
        </pc:spChg>
        <pc:spChg chg="mod">
          <ac:chgData name="Noel Siao" userId="S::noel.siao@scene.ca::1e7be882-14f6-4418-90c3-3eec794f6d2b" providerId="AD" clId="Web-{4C484812-9557-5B6E-F31F-7A7BD3FE67D9}" dt="2024-05-03T14:42:27.415" v="96" actId="1076"/>
          <ac:spMkLst>
            <pc:docMk/>
            <pc:sldMk cId="541923178" sldId="2147478880"/>
            <ac:spMk id="3" creationId="{B3541BFA-3713-8153-920E-E892D2936D7C}"/>
          </ac:spMkLst>
        </pc:spChg>
      </pc:sldChg>
    </pc:docChg>
  </pc:docChgLst>
  <pc:docChgLst>
    <pc:chgData name="Aakash Vajhallya" userId="S::aakash.vajhallya@scene.ca::e8fe297f-8125-48c1-90e5-aee7d11d1469" providerId="AD" clId="Web-{B75404CB-DFCF-D3D5-4068-185C82185691}"/>
    <pc:docChg chg="modSld">
      <pc:chgData name="Aakash Vajhallya" userId="S::aakash.vajhallya@scene.ca::e8fe297f-8125-48c1-90e5-aee7d11d1469" providerId="AD" clId="Web-{B75404CB-DFCF-D3D5-4068-185C82185691}" dt="2024-05-03T20:59:01.843" v="74" actId="20577"/>
      <pc:docMkLst>
        <pc:docMk/>
      </pc:docMkLst>
      <pc:sldChg chg="addSp delSp modSp">
        <pc:chgData name="Aakash Vajhallya" userId="S::aakash.vajhallya@scene.ca::e8fe297f-8125-48c1-90e5-aee7d11d1469" providerId="AD" clId="Web-{B75404CB-DFCF-D3D5-4068-185C82185691}" dt="2024-05-03T20:59:01.843" v="74" actId="20577"/>
        <pc:sldMkLst>
          <pc:docMk/>
          <pc:sldMk cId="3600156447" sldId="2147478868"/>
        </pc:sldMkLst>
        <pc:spChg chg="mod">
          <ac:chgData name="Aakash Vajhallya" userId="S::aakash.vajhallya@scene.ca::e8fe297f-8125-48c1-90e5-aee7d11d1469" providerId="AD" clId="Web-{B75404CB-DFCF-D3D5-4068-185C82185691}" dt="2024-05-03T20:55:20.418" v="15" actId="1076"/>
          <ac:spMkLst>
            <pc:docMk/>
            <pc:sldMk cId="3600156447" sldId="2147478868"/>
            <ac:spMk id="7" creationId="{2DB90296-69A9-D1EB-AAD9-A3CB51A419B2}"/>
          </ac:spMkLst>
        </pc:spChg>
        <pc:spChg chg="add mod">
          <ac:chgData name="Aakash Vajhallya" userId="S::aakash.vajhallya@scene.ca::e8fe297f-8125-48c1-90e5-aee7d11d1469" providerId="AD" clId="Web-{B75404CB-DFCF-D3D5-4068-185C82185691}" dt="2024-05-03T20:56:10.060" v="25" actId="20577"/>
          <ac:spMkLst>
            <pc:docMk/>
            <pc:sldMk cId="3600156447" sldId="2147478868"/>
            <ac:spMk id="15" creationId="{58B30A60-1D8C-16D8-B842-3891CFFB8336}"/>
          </ac:spMkLst>
        </pc:spChg>
        <pc:spChg chg="mod">
          <ac:chgData name="Aakash Vajhallya" userId="S::aakash.vajhallya@scene.ca::e8fe297f-8125-48c1-90e5-aee7d11d1469" providerId="AD" clId="Web-{B75404CB-DFCF-D3D5-4068-185C82185691}" dt="2024-05-03T20:55:27.418" v="16" actId="1076"/>
          <ac:spMkLst>
            <pc:docMk/>
            <pc:sldMk cId="3600156447" sldId="2147478868"/>
            <ac:spMk id="18" creationId="{81694965-443A-D3B6-169B-BC0C73E704A2}"/>
          </ac:spMkLst>
        </pc:spChg>
        <pc:spChg chg="add mod">
          <ac:chgData name="Aakash Vajhallya" userId="S::aakash.vajhallya@scene.ca::e8fe297f-8125-48c1-90e5-aee7d11d1469" providerId="AD" clId="Web-{B75404CB-DFCF-D3D5-4068-185C82185691}" dt="2024-05-03T20:59:01.843" v="74" actId="20577"/>
          <ac:spMkLst>
            <pc:docMk/>
            <pc:sldMk cId="3600156447" sldId="2147478868"/>
            <ac:spMk id="21" creationId="{2FD9FEFF-900C-6E67-D63C-D19DA816BC9A}"/>
          </ac:spMkLst>
        </pc:spChg>
        <pc:spChg chg="add mod">
          <ac:chgData name="Aakash Vajhallya" userId="S::aakash.vajhallya@scene.ca::e8fe297f-8125-48c1-90e5-aee7d11d1469" providerId="AD" clId="Web-{B75404CB-DFCF-D3D5-4068-185C82185691}" dt="2024-05-03T20:57:27.232" v="45" actId="1076"/>
          <ac:spMkLst>
            <pc:docMk/>
            <pc:sldMk cId="3600156447" sldId="2147478868"/>
            <ac:spMk id="22" creationId="{1590F67D-F904-874C-88FD-3BABD110917B}"/>
          </ac:spMkLst>
        </pc:spChg>
        <pc:spChg chg="mod">
          <ac:chgData name="Aakash Vajhallya" userId="S::aakash.vajhallya@scene.ca::e8fe297f-8125-48c1-90e5-aee7d11d1469" providerId="AD" clId="Web-{B75404CB-DFCF-D3D5-4068-185C82185691}" dt="2024-05-03T20:58:41.030" v="72" actId="1076"/>
          <ac:spMkLst>
            <pc:docMk/>
            <pc:sldMk cId="3600156447" sldId="2147478868"/>
            <ac:spMk id="24" creationId="{E80F2403-C9A8-DD9E-3DFC-C0FBBDF7D4ED}"/>
          </ac:spMkLst>
        </pc:spChg>
        <pc:spChg chg="add mod">
          <ac:chgData name="Aakash Vajhallya" userId="S::aakash.vajhallya@scene.ca::e8fe297f-8125-48c1-90e5-aee7d11d1469" providerId="AD" clId="Web-{B75404CB-DFCF-D3D5-4068-185C82185691}" dt="2024-05-03T20:58:35.311" v="71" actId="1076"/>
          <ac:spMkLst>
            <pc:docMk/>
            <pc:sldMk cId="3600156447" sldId="2147478868"/>
            <ac:spMk id="25" creationId="{E7E3CE67-35A2-3A7B-8852-55E0D9FD2E90}"/>
          </ac:spMkLst>
        </pc:spChg>
        <pc:spChg chg="mod">
          <ac:chgData name="Aakash Vajhallya" userId="S::aakash.vajhallya@scene.ca::e8fe297f-8125-48c1-90e5-aee7d11d1469" providerId="AD" clId="Web-{B75404CB-DFCF-D3D5-4068-185C82185691}" dt="2024-05-03T20:56:28.482" v="28" actId="1076"/>
          <ac:spMkLst>
            <pc:docMk/>
            <pc:sldMk cId="3600156447" sldId="2147478868"/>
            <ac:spMk id="26" creationId="{67A58AF6-88BF-61EC-35D3-A05DA580F81F}"/>
          </ac:spMkLst>
        </pc:spChg>
        <pc:picChg chg="add del">
          <ac:chgData name="Aakash Vajhallya" userId="S::aakash.vajhallya@scene.ca::e8fe297f-8125-48c1-90e5-aee7d11d1469" providerId="AD" clId="Web-{B75404CB-DFCF-D3D5-4068-185C82185691}" dt="2024-05-03T20:54:42.262" v="4"/>
          <ac:picMkLst>
            <pc:docMk/>
            <pc:sldMk cId="3600156447" sldId="2147478868"/>
            <ac:picMk id="2" creationId="{9BA62D97-26F7-3861-03DD-03E5686637C6}"/>
          </ac:picMkLst>
        </pc:picChg>
        <pc:picChg chg="add mod ord">
          <ac:chgData name="Aakash Vajhallya" userId="S::aakash.vajhallya@scene.ca::e8fe297f-8125-48c1-90e5-aee7d11d1469" providerId="AD" clId="Web-{B75404CB-DFCF-D3D5-4068-185C82185691}" dt="2024-05-03T20:55:13.387" v="14"/>
          <ac:picMkLst>
            <pc:docMk/>
            <pc:sldMk cId="3600156447" sldId="2147478868"/>
            <ac:picMk id="6" creationId="{39FFB4C3-DC51-AFF7-223D-871D786EF4EF}"/>
          </ac:picMkLst>
        </pc:picChg>
      </pc:sldChg>
    </pc:docChg>
  </pc:docChgLst>
  <pc:docChgLst>
    <pc:chgData name="Noel Siao" userId="1e7be882-14f6-4418-90c3-3eec794f6d2b" providerId="ADAL" clId="{167A42D3-17BB-4E60-9827-4301DA9DB3F5}"/>
    <pc:docChg chg="undo custSel addSld modSld">
      <pc:chgData name="Noel Siao" userId="1e7be882-14f6-4418-90c3-3eec794f6d2b" providerId="ADAL" clId="{167A42D3-17BB-4E60-9827-4301DA9DB3F5}" dt="2024-05-03T17:31:40.458" v="783" actId="478"/>
      <pc:docMkLst>
        <pc:docMk/>
      </pc:docMkLst>
      <pc:sldChg chg="modSp mod">
        <pc:chgData name="Noel Siao" userId="1e7be882-14f6-4418-90c3-3eec794f6d2b" providerId="ADAL" clId="{167A42D3-17BB-4E60-9827-4301DA9DB3F5}" dt="2024-05-03T14:44:31.400" v="267" actId="6549"/>
        <pc:sldMkLst>
          <pc:docMk/>
          <pc:sldMk cId="4181266091" sldId="2147478819"/>
        </pc:sldMkLst>
        <pc:spChg chg="mod">
          <ac:chgData name="Noel Siao" userId="1e7be882-14f6-4418-90c3-3eec794f6d2b" providerId="ADAL" clId="{167A42D3-17BB-4E60-9827-4301DA9DB3F5}" dt="2024-05-03T14:44:31.400" v="267" actId="6549"/>
          <ac:spMkLst>
            <pc:docMk/>
            <pc:sldMk cId="4181266091" sldId="2147478819"/>
            <ac:spMk id="4" creationId="{EB9D5F3F-AA45-91B4-F373-D52D153F2EC9}"/>
          </ac:spMkLst>
        </pc:spChg>
      </pc:sldChg>
      <pc:sldChg chg="modSp mod">
        <pc:chgData name="Noel Siao" userId="1e7be882-14f6-4418-90c3-3eec794f6d2b" providerId="ADAL" clId="{167A42D3-17BB-4E60-9827-4301DA9DB3F5}" dt="2024-05-03T14:51:37.449" v="398" actId="1076"/>
        <pc:sldMkLst>
          <pc:docMk/>
          <pc:sldMk cId="2991796798" sldId="2147478823"/>
        </pc:sldMkLst>
        <pc:spChg chg="mod">
          <ac:chgData name="Noel Siao" userId="1e7be882-14f6-4418-90c3-3eec794f6d2b" providerId="ADAL" clId="{167A42D3-17BB-4E60-9827-4301DA9DB3F5}" dt="2024-05-03T14:51:37.449" v="398" actId="1076"/>
          <ac:spMkLst>
            <pc:docMk/>
            <pc:sldMk cId="2991796798" sldId="2147478823"/>
            <ac:spMk id="6" creationId="{6F02A5C0-EBD2-5E2F-540C-E8807F1E4659}"/>
          </ac:spMkLst>
        </pc:spChg>
      </pc:sldChg>
      <pc:sldChg chg="modSp mod">
        <pc:chgData name="Noel Siao" userId="1e7be882-14f6-4418-90c3-3eec794f6d2b" providerId="ADAL" clId="{167A42D3-17BB-4E60-9827-4301DA9DB3F5}" dt="2024-05-03T14:14:49.969" v="265" actId="20577"/>
        <pc:sldMkLst>
          <pc:docMk/>
          <pc:sldMk cId="29620251" sldId="2147478824"/>
        </pc:sldMkLst>
        <pc:spChg chg="mod">
          <ac:chgData name="Noel Siao" userId="1e7be882-14f6-4418-90c3-3eec794f6d2b" providerId="ADAL" clId="{167A42D3-17BB-4E60-9827-4301DA9DB3F5}" dt="2024-05-03T14:14:49.969" v="265" actId="20577"/>
          <ac:spMkLst>
            <pc:docMk/>
            <pc:sldMk cId="29620251" sldId="2147478824"/>
            <ac:spMk id="6" creationId="{E8200CA1-E2A2-7CE0-CB32-2FAB664C4945}"/>
          </ac:spMkLst>
        </pc:spChg>
        <pc:spChg chg="mod">
          <ac:chgData name="Noel Siao" userId="1e7be882-14f6-4418-90c3-3eec794f6d2b" providerId="ADAL" clId="{167A42D3-17BB-4E60-9827-4301DA9DB3F5}" dt="2024-05-03T14:11:50.411" v="174" actId="20577"/>
          <ac:spMkLst>
            <pc:docMk/>
            <pc:sldMk cId="29620251" sldId="2147478824"/>
            <ac:spMk id="10" creationId="{3D2E92E7-04B3-B52E-59C7-9DEACB6AC327}"/>
          </ac:spMkLst>
        </pc:spChg>
      </pc:sldChg>
      <pc:sldChg chg="modSp mod">
        <pc:chgData name="Noel Siao" userId="1e7be882-14f6-4418-90c3-3eec794f6d2b" providerId="ADAL" clId="{167A42D3-17BB-4E60-9827-4301DA9DB3F5}" dt="2024-05-03T13:59:10.780" v="74" actId="1076"/>
        <pc:sldMkLst>
          <pc:docMk/>
          <pc:sldMk cId="4213068096" sldId="2147478828"/>
        </pc:sldMkLst>
        <pc:spChg chg="mod">
          <ac:chgData name="Noel Siao" userId="1e7be882-14f6-4418-90c3-3eec794f6d2b" providerId="ADAL" clId="{167A42D3-17BB-4E60-9827-4301DA9DB3F5}" dt="2024-05-03T13:59:07.178" v="73" actId="1076"/>
          <ac:spMkLst>
            <pc:docMk/>
            <pc:sldMk cId="4213068096" sldId="2147478828"/>
            <ac:spMk id="4" creationId="{5C43B66A-6279-59E6-5FFF-7D826AD3B036}"/>
          </ac:spMkLst>
        </pc:spChg>
        <pc:spChg chg="mod">
          <ac:chgData name="Noel Siao" userId="1e7be882-14f6-4418-90c3-3eec794f6d2b" providerId="ADAL" clId="{167A42D3-17BB-4E60-9827-4301DA9DB3F5}" dt="2024-05-03T13:59:07.178" v="73" actId="1076"/>
          <ac:spMkLst>
            <pc:docMk/>
            <pc:sldMk cId="4213068096" sldId="2147478828"/>
            <ac:spMk id="6" creationId="{0F0D84D1-C534-DBAA-A534-32D91BAA192C}"/>
          </ac:spMkLst>
        </pc:spChg>
        <pc:spChg chg="mod">
          <ac:chgData name="Noel Siao" userId="1e7be882-14f6-4418-90c3-3eec794f6d2b" providerId="ADAL" clId="{167A42D3-17BB-4E60-9827-4301DA9DB3F5}" dt="2024-05-03T13:59:07.178" v="73" actId="1076"/>
          <ac:spMkLst>
            <pc:docMk/>
            <pc:sldMk cId="4213068096" sldId="2147478828"/>
            <ac:spMk id="7" creationId="{14DF8FE6-8E9D-8A16-E1F7-D9F2CBA72E99}"/>
          </ac:spMkLst>
        </pc:spChg>
        <pc:spChg chg="mod">
          <ac:chgData name="Noel Siao" userId="1e7be882-14f6-4418-90c3-3eec794f6d2b" providerId="ADAL" clId="{167A42D3-17BB-4E60-9827-4301DA9DB3F5}" dt="2024-05-03T13:59:07.178" v="73" actId="1076"/>
          <ac:spMkLst>
            <pc:docMk/>
            <pc:sldMk cId="4213068096" sldId="2147478828"/>
            <ac:spMk id="9" creationId="{C28F5142-A4B2-6FE8-BEAA-B694218BF150}"/>
          </ac:spMkLst>
        </pc:spChg>
        <pc:spChg chg="mod">
          <ac:chgData name="Noel Siao" userId="1e7be882-14f6-4418-90c3-3eec794f6d2b" providerId="ADAL" clId="{167A42D3-17BB-4E60-9827-4301DA9DB3F5}" dt="2024-05-03T13:59:07.178" v="73" actId="1076"/>
          <ac:spMkLst>
            <pc:docMk/>
            <pc:sldMk cId="4213068096" sldId="2147478828"/>
            <ac:spMk id="10" creationId="{9CC0B517-9E9D-B2D3-16A4-F0CA3749C0F9}"/>
          </ac:spMkLst>
        </pc:spChg>
        <pc:spChg chg="mod">
          <ac:chgData name="Noel Siao" userId="1e7be882-14f6-4418-90c3-3eec794f6d2b" providerId="ADAL" clId="{167A42D3-17BB-4E60-9827-4301DA9DB3F5}" dt="2024-05-03T13:59:07.178" v="73" actId="1076"/>
          <ac:spMkLst>
            <pc:docMk/>
            <pc:sldMk cId="4213068096" sldId="2147478828"/>
            <ac:spMk id="11" creationId="{0CFD546A-99E7-9909-929C-14C0329B86B5}"/>
          </ac:spMkLst>
        </pc:spChg>
        <pc:picChg chg="mod">
          <ac:chgData name="Noel Siao" userId="1e7be882-14f6-4418-90c3-3eec794f6d2b" providerId="ADAL" clId="{167A42D3-17BB-4E60-9827-4301DA9DB3F5}" dt="2024-05-03T13:59:10.780" v="74" actId="1076"/>
          <ac:picMkLst>
            <pc:docMk/>
            <pc:sldMk cId="4213068096" sldId="2147478828"/>
            <ac:picMk id="3" creationId="{8A187773-06DE-463F-1027-8B909AD37376}"/>
          </ac:picMkLst>
        </pc:picChg>
      </pc:sldChg>
      <pc:sldChg chg="modSp mod">
        <pc:chgData name="Noel Siao" userId="1e7be882-14f6-4418-90c3-3eec794f6d2b" providerId="ADAL" clId="{167A42D3-17BB-4E60-9827-4301DA9DB3F5}" dt="2024-05-03T13:58:28.126" v="69" actId="20577"/>
        <pc:sldMkLst>
          <pc:docMk/>
          <pc:sldMk cId="2051376911" sldId="2147478831"/>
        </pc:sldMkLst>
        <pc:spChg chg="mod">
          <ac:chgData name="Noel Siao" userId="1e7be882-14f6-4418-90c3-3eec794f6d2b" providerId="ADAL" clId="{167A42D3-17BB-4E60-9827-4301DA9DB3F5}" dt="2024-05-03T13:58:28.126" v="69" actId="20577"/>
          <ac:spMkLst>
            <pc:docMk/>
            <pc:sldMk cId="2051376911" sldId="2147478831"/>
            <ac:spMk id="3" creationId="{00872D20-34D4-2523-7BCF-4B42C52F460C}"/>
          </ac:spMkLst>
        </pc:spChg>
      </pc:sldChg>
      <pc:sldChg chg="modSp add mod">
        <pc:chgData name="Noel Siao" userId="1e7be882-14f6-4418-90c3-3eec794f6d2b" providerId="ADAL" clId="{167A42D3-17BB-4E60-9827-4301DA9DB3F5}" dt="2024-05-03T14:50:58.911" v="389" actId="6549"/>
        <pc:sldMkLst>
          <pc:docMk/>
          <pc:sldMk cId="3203462287" sldId="2147478869"/>
        </pc:sldMkLst>
        <pc:spChg chg="mod">
          <ac:chgData name="Noel Siao" userId="1e7be882-14f6-4418-90c3-3eec794f6d2b" providerId="ADAL" clId="{167A42D3-17BB-4E60-9827-4301DA9DB3F5}" dt="2024-05-03T14:50:21.011" v="387" actId="1076"/>
          <ac:spMkLst>
            <pc:docMk/>
            <pc:sldMk cId="3203462287" sldId="2147478869"/>
            <ac:spMk id="2" creationId="{BE7D11B6-0707-FFCB-0A67-F576FCBE7342}"/>
          </ac:spMkLst>
        </pc:spChg>
        <pc:graphicFrameChg chg="mod modGraphic">
          <ac:chgData name="Noel Siao" userId="1e7be882-14f6-4418-90c3-3eec794f6d2b" providerId="ADAL" clId="{167A42D3-17BB-4E60-9827-4301DA9DB3F5}" dt="2024-05-03T14:50:58.911" v="389" actId="6549"/>
          <ac:graphicFrameMkLst>
            <pc:docMk/>
            <pc:sldMk cId="3203462287" sldId="2147478869"/>
            <ac:graphicFrameMk id="3" creationId="{C127AD1B-DFEE-F468-7C29-76CFC11895A7}"/>
          </ac:graphicFrameMkLst>
        </pc:graphicFrameChg>
      </pc:sldChg>
      <pc:sldChg chg="modSp mod">
        <pc:chgData name="Noel Siao" userId="1e7be882-14f6-4418-90c3-3eec794f6d2b" providerId="ADAL" clId="{167A42D3-17BB-4E60-9827-4301DA9DB3F5}" dt="2024-05-03T13:59:18.946" v="76" actId="14100"/>
        <pc:sldMkLst>
          <pc:docMk/>
          <pc:sldMk cId="507449147" sldId="2147478871"/>
        </pc:sldMkLst>
        <pc:picChg chg="mod">
          <ac:chgData name="Noel Siao" userId="1e7be882-14f6-4418-90c3-3eec794f6d2b" providerId="ADAL" clId="{167A42D3-17BB-4E60-9827-4301DA9DB3F5}" dt="2024-05-03T13:59:18.946" v="76" actId="14100"/>
          <ac:picMkLst>
            <pc:docMk/>
            <pc:sldMk cId="507449147" sldId="2147478871"/>
            <ac:picMk id="7" creationId="{5AE982A6-04EF-2662-4DEA-E98C2EB831AC}"/>
          </ac:picMkLst>
        </pc:picChg>
      </pc:sldChg>
      <pc:sldChg chg="addSp delSp modSp mod">
        <pc:chgData name="Noel Siao" userId="1e7be882-14f6-4418-90c3-3eec794f6d2b" providerId="ADAL" clId="{167A42D3-17BB-4E60-9827-4301DA9DB3F5}" dt="2024-05-03T17:31:40.458" v="783" actId="478"/>
        <pc:sldMkLst>
          <pc:docMk/>
          <pc:sldMk cId="541923178" sldId="2147478880"/>
        </pc:sldMkLst>
        <pc:spChg chg="mod">
          <ac:chgData name="Noel Siao" userId="1e7be882-14f6-4418-90c3-3eec794f6d2b" providerId="ADAL" clId="{167A42D3-17BB-4E60-9827-4301DA9DB3F5}" dt="2024-05-03T15:38:09.232" v="399" actId="1076"/>
          <ac:spMkLst>
            <pc:docMk/>
            <pc:sldMk cId="541923178" sldId="2147478880"/>
            <ac:spMk id="3" creationId="{B3541BFA-3713-8153-920E-E892D2936D7C}"/>
          </ac:spMkLst>
        </pc:spChg>
        <pc:spChg chg="add del mod">
          <ac:chgData name="Noel Siao" userId="1e7be882-14f6-4418-90c3-3eec794f6d2b" providerId="ADAL" clId="{167A42D3-17BB-4E60-9827-4301DA9DB3F5}" dt="2024-05-03T17:31:40.458" v="783" actId="478"/>
          <ac:spMkLst>
            <pc:docMk/>
            <pc:sldMk cId="541923178" sldId="2147478880"/>
            <ac:spMk id="4" creationId="{D355B52D-318F-FD18-BA22-B2EAE9633E50}"/>
          </ac:spMkLst>
        </pc:spChg>
      </pc:sldChg>
    </pc:docChg>
  </pc:docChgLst>
  <pc:docChgLst>
    <pc:chgData name="Noel Siao" userId="1e7be882-14f6-4418-90c3-3eec794f6d2b" providerId="ADAL" clId="{A383F9A1-FA88-4C1C-BA19-FAE23DF31A04}"/>
    <pc:docChg chg="undo custSel addSld delSld modSld sldOrd">
      <pc:chgData name="Noel Siao" userId="1e7be882-14f6-4418-90c3-3eec794f6d2b" providerId="ADAL" clId="{A383F9A1-FA88-4C1C-BA19-FAE23DF31A04}" dt="2024-05-02T18:21:00.172" v="1630" actId="20577"/>
      <pc:docMkLst>
        <pc:docMk/>
      </pc:docMkLst>
      <pc:sldChg chg="modSp mod">
        <pc:chgData name="Noel Siao" userId="1e7be882-14f6-4418-90c3-3eec794f6d2b" providerId="ADAL" clId="{A383F9A1-FA88-4C1C-BA19-FAE23DF31A04}" dt="2024-05-02T17:27:12.879" v="288" actId="6549"/>
        <pc:sldMkLst>
          <pc:docMk/>
          <pc:sldMk cId="3436345877" sldId="9074"/>
        </pc:sldMkLst>
        <pc:spChg chg="mod">
          <ac:chgData name="Noel Siao" userId="1e7be882-14f6-4418-90c3-3eec794f6d2b" providerId="ADAL" clId="{A383F9A1-FA88-4C1C-BA19-FAE23DF31A04}" dt="2024-05-02T17:27:12.879" v="288" actId="6549"/>
          <ac:spMkLst>
            <pc:docMk/>
            <pc:sldMk cId="3436345877" sldId="9074"/>
            <ac:spMk id="2" creationId="{FFD0F77E-CD21-6B3F-449D-B68A83469DC8}"/>
          </ac:spMkLst>
        </pc:spChg>
        <pc:spChg chg="mod">
          <ac:chgData name="Noel Siao" userId="1e7be882-14f6-4418-90c3-3eec794f6d2b" providerId="ADAL" clId="{A383F9A1-FA88-4C1C-BA19-FAE23DF31A04}" dt="2024-05-02T17:26:59.900" v="266" actId="20577"/>
          <ac:spMkLst>
            <pc:docMk/>
            <pc:sldMk cId="3436345877" sldId="9074"/>
            <ac:spMk id="3" creationId="{41F6E1ED-DBAA-7AC6-E365-2C249763A200}"/>
          </ac:spMkLst>
        </pc:spChg>
      </pc:sldChg>
      <pc:sldChg chg="modSp mod">
        <pc:chgData name="Noel Siao" userId="1e7be882-14f6-4418-90c3-3eec794f6d2b" providerId="ADAL" clId="{A383F9A1-FA88-4C1C-BA19-FAE23DF31A04}" dt="2024-05-02T18:13:54.758" v="1515" actId="20577"/>
        <pc:sldMkLst>
          <pc:docMk/>
          <pc:sldMk cId="4181266091" sldId="2147478819"/>
        </pc:sldMkLst>
        <pc:spChg chg="mod">
          <ac:chgData name="Noel Siao" userId="1e7be882-14f6-4418-90c3-3eec794f6d2b" providerId="ADAL" clId="{A383F9A1-FA88-4C1C-BA19-FAE23DF31A04}" dt="2024-05-02T18:13:54.758" v="1515" actId="20577"/>
          <ac:spMkLst>
            <pc:docMk/>
            <pc:sldMk cId="4181266091" sldId="2147478819"/>
            <ac:spMk id="4" creationId="{EB9D5F3F-AA45-91B4-F373-D52D153F2EC9}"/>
          </ac:spMkLst>
        </pc:spChg>
      </pc:sldChg>
      <pc:sldChg chg="addSp delSp modSp add mod ord">
        <pc:chgData name="Noel Siao" userId="1e7be882-14f6-4418-90c3-3eec794f6d2b" providerId="ADAL" clId="{A383F9A1-FA88-4C1C-BA19-FAE23DF31A04}" dt="2024-05-02T18:12:11.865" v="1459"/>
        <pc:sldMkLst>
          <pc:docMk/>
          <pc:sldMk cId="29620251" sldId="2147478824"/>
        </pc:sldMkLst>
        <pc:spChg chg="mod">
          <ac:chgData name="Noel Siao" userId="1e7be882-14f6-4418-90c3-3eec794f6d2b" providerId="ADAL" clId="{A383F9A1-FA88-4C1C-BA19-FAE23DF31A04}" dt="2024-05-02T17:46:25.415" v="843" actId="1076"/>
          <ac:spMkLst>
            <pc:docMk/>
            <pc:sldMk cId="29620251" sldId="2147478824"/>
            <ac:spMk id="2" creationId="{BE7D11B6-0707-FFCB-0A67-F576FCBE7342}"/>
          </ac:spMkLst>
        </pc:spChg>
        <pc:spChg chg="mod">
          <ac:chgData name="Noel Siao" userId="1e7be882-14f6-4418-90c3-3eec794f6d2b" providerId="ADAL" clId="{A383F9A1-FA88-4C1C-BA19-FAE23DF31A04}" dt="2024-05-02T18:10:25.336" v="1406" actId="14100"/>
          <ac:spMkLst>
            <pc:docMk/>
            <pc:sldMk cId="29620251" sldId="2147478824"/>
            <ac:spMk id="3" creationId="{E01B1C43-6CAB-0030-1331-D4E19091ECC5}"/>
          </ac:spMkLst>
        </pc:spChg>
        <pc:spChg chg="add mod">
          <ac:chgData name="Noel Siao" userId="1e7be882-14f6-4418-90c3-3eec794f6d2b" providerId="ADAL" clId="{A383F9A1-FA88-4C1C-BA19-FAE23DF31A04}" dt="2024-05-02T18:10:06.951" v="1401" actId="14100"/>
          <ac:spMkLst>
            <pc:docMk/>
            <pc:sldMk cId="29620251" sldId="2147478824"/>
            <ac:spMk id="6" creationId="{E8200CA1-E2A2-7CE0-CB32-2FAB664C4945}"/>
          </ac:spMkLst>
        </pc:spChg>
        <pc:spChg chg="mod">
          <ac:chgData name="Noel Siao" userId="1e7be882-14f6-4418-90c3-3eec794f6d2b" providerId="ADAL" clId="{A383F9A1-FA88-4C1C-BA19-FAE23DF31A04}" dt="2024-05-02T18:10:28.606" v="1407" actId="14100"/>
          <ac:spMkLst>
            <pc:docMk/>
            <pc:sldMk cId="29620251" sldId="2147478824"/>
            <ac:spMk id="7" creationId="{12B1216D-D01B-1B2D-4EB8-15F13B627F24}"/>
          </ac:spMkLst>
        </pc:spChg>
        <pc:spChg chg="del mod">
          <ac:chgData name="Noel Siao" userId="1e7be882-14f6-4418-90c3-3eec794f6d2b" providerId="ADAL" clId="{A383F9A1-FA88-4C1C-BA19-FAE23DF31A04}" dt="2024-05-02T18:07:12.524" v="1328" actId="478"/>
          <ac:spMkLst>
            <pc:docMk/>
            <pc:sldMk cId="29620251" sldId="2147478824"/>
            <ac:spMk id="8" creationId="{2E42317C-8FA5-DF2E-BEDC-3E586EC6DEF7}"/>
          </ac:spMkLst>
        </pc:spChg>
        <pc:spChg chg="add mod">
          <ac:chgData name="Noel Siao" userId="1e7be882-14f6-4418-90c3-3eec794f6d2b" providerId="ADAL" clId="{A383F9A1-FA88-4C1C-BA19-FAE23DF31A04}" dt="2024-05-02T18:10:42.391" v="1410" actId="14100"/>
          <ac:spMkLst>
            <pc:docMk/>
            <pc:sldMk cId="29620251" sldId="2147478824"/>
            <ac:spMk id="9" creationId="{E89A312C-0B92-7530-466C-6D7EE92D0AA5}"/>
          </ac:spMkLst>
        </pc:spChg>
        <pc:spChg chg="mod">
          <ac:chgData name="Noel Siao" userId="1e7be882-14f6-4418-90c3-3eec794f6d2b" providerId="ADAL" clId="{A383F9A1-FA88-4C1C-BA19-FAE23DF31A04}" dt="2024-05-02T18:10:31.505" v="1408" actId="1076"/>
          <ac:spMkLst>
            <pc:docMk/>
            <pc:sldMk cId="29620251" sldId="2147478824"/>
            <ac:spMk id="10" creationId="{3D2E92E7-04B3-B52E-59C7-9DEACB6AC327}"/>
          </ac:spMkLst>
        </pc:spChg>
        <pc:spChg chg="del mod">
          <ac:chgData name="Noel Siao" userId="1e7be882-14f6-4418-90c3-3eec794f6d2b" providerId="ADAL" clId="{A383F9A1-FA88-4C1C-BA19-FAE23DF31A04}" dt="2024-05-02T18:07:17.054" v="1330" actId="478"/>
          <ac:spMkLst>
            <pc:docMk/>
            <pc:sldMk cId="29620251" sldId="2147478824"/>
            <ac:spMk id="12" creationId="{DAE9F0C4-FB6C-48D0-B729-81FF7E65009F}"/>
          </ac:spMkLst>
        </pc:spChg>
      </pc:sldChg>
      <pc:sldChg chg="ord">
        <pc:chgData name="Noel Siao" userId="1e7be882-14f6-4418-90c3-3eec794f6d2b" providerId="ADAL" clId="{A383F9A1-FA88-4C1C-BA19-FAE23DF31A04}" dt="2024-05-02T17:29:57.919" v="291"/>
        <pc:sldMkLst>
          <pc:docMk/>
          <pc:sldMk cId="4213068096" sldId="2147478828"/>
        </pc:sldMkLst>
      </pc:sldChg>
      <pc:sldChg chg="addSp modSp mod">
        <pc:chgData name="Noel Siao" userId="1e7be882-14f6-4418-90c3-3eec794f6d2b" providerId="ADAL" clId="{A383F9A1-FA88-4C1C-BA19-FAE23DF31A04}" dt="2024-05-02T18:21:00.172" v="1630" actId="20577"/>
        <pc:sldMkLst>
          <pc:docMk/>
          <pc:sldMk cId="2051376911" sldId="2147478831"/>
        </pc:sldMkLst>
        <pc:spChg chg="mod">
          <ac:chgData name="Noel Siao" userId="1e7be882-14f6-4418-90c3-3eec794f6d2b" providerId="ADAL" clId="{A383F9A1-FA88-4C1C-BA19-FAE23DF31A04}" dt="2024-05-02T18:20:28.120" v="1588" actId="20577"/>
          <ac:spMkLst>
            <pc:docMk/>
            <pc:sldMk cId="2051376911" sldId="2147478831"/>
            <ac:spMk id="3" creationId="{00872D20-34D4-2523-7BCF-4B42C52F460C}"/>
          </ac:spMkLst>
        </pc:spChg>
        <pc:spChg chg="add mod">
          <ac:chgData name="Noel Siao" userId="1e7be882-14f6-4418-90c3-3eec794f6d2b" providerId="ADAL" clId="{A383F9A1-FA88-4C1C-BA19-FAE23DF31A04}" dt="2024-05-02T18:21:00.172" v="1630" actId="20577"/>
          <ac:spMkLst>
            <pc:docMk/>
            <pc:sldMk cId="2051376911" sldId="2147478831"/>
            <ac:spMk id="4" creationId="{C600A4C1-9C2C-8963-7B2D-3754CB33CBD8}"/>
          </ac:spMkLst>
        </pc:spChg>
      </pc:sldChg>
      <pc:sldChg chg="del">
        <pc:chgData name="Noel Siao" userId="1e7be882-14f6-4418-90c3-3eec794f6d2b" providerId="ADAL" clId="{A383F9A1-FA88-4C1C-BA19-FAE23DF31A04}" dt="2024-05-02T18:11:56.916" v="1457" actId="47"/>
        <pc:sldMkLst>
          <pc:docMk/>
          <pc:sldMk cId="780877255" sldId="2147478866"/>
        </pc:sldMkLst>
      </pc:sldChg>
      <pc:sldChg chg="addSp delSp modSp mod">
        <pc:chgData name="Noel Siao" userId="1e7be882-14f6-4418-90c3-3eec794f6d2b" providerId="ADAL" clId="{A383F9A1-FA88-4C1C-BA19-FAE23DF31A04}" dt="2024-05-02T17:46:12.675" v="841" actId="20577"/>
        <pc:sldMkLst>
          <pc:docMk/>
          <pc:sldMk cId="507449147" sldId="2147478871"/>
        </pc:sldMkLst>
        <pc:spChg chg="add del">
          <ac:chgData name="Noel Siao" userId="1e7be882-14f6-4418-90c3-3eec794f6d2b" providerId="ADAL" clId="{A383F9A1-FA88-4C1C-BA19-FAE23DF31A04}" dt="2024-05-02T17:45:05.338" v="831" actId="478"/>
          <ac:spMkLst>
            <pc:docMk/>
            <pc:sldMk cId="507449147" sldId="2147478871"/>
            <ac:spMk id="4" creationId="{969BD1F2-DC76-E19C-4826-1DCAD86B19DB}"/>
          </ac:spMkLst>
        </pc:spChg>
        <pc:spChg chg="mod">
          <ac:chgData name="Noel Siao" userId="1e7be882-14f6-4418-90c3-3eec794f6d2b" providerId="ADAL" clId="{A383F9A1-FA88-4C1C-BA19-FAE23DF31A04}" dt="2024-05-02T17:46:12.675" v="841" actId="20577"/>
          <ac:spMkLst>
            <pc:docMk/>
            <pc:sldMk cId="507449147" sldId="2147478871"/>
            <ac:spMk id="6" creationId="{A284DDB4-406F-0C66-C1F6-0CE390F4417F}"/>
          </ac:spMkLst>
        </pc:spChg>
        <pc:picChg chg="del">
          <ac:chgData name="Noel Siao" userId="1e7be882-14f6-4418-90c3-3eec794f6d2b" providerId="ADAL" clId="{A383F9A1-FA88-4C1C-BA19-FAE23DF31A04}" dt="2024-05-02T17:45:01.996" v="829" actId="478"/>
          <ac:picMkLst>
            <pc:docMk/>
            <pc:sldMk cId="507449147" sldId="2147478871"/>
            <ac:picMk id="3" creationId="{946937D6-87FF-53E2-8300-388E0C1C500E}"/>
          </ac:picMkLst>
        </pc:picChg>
        <pc:picChg chg="add mod">
          <ac:chgData name="Noel Siao" userId="1e7be882-14f6-4418-90c3-3eec794f6d2b" providerId="ADAL" clId="{A383F9A1-FA88-4C1C-BA19-FAE23DF31A04}" dt="2024-05-02T17:45:51.107" v="837" actId="1076"/>
          <ac:picMkLst>
            <pc:docMk/>
            <pc:sldMk cId="507449147" sldId="2147478871"/>
            <ac:picMk id="7" creationId="{5AE982A6-04EF-2662-4DEA-E98C2EB831AC}"/>
          </ac:picMkLst>
        </pc:picChg>
      </pc:sldChg>
      <pc:sldChg chg="del">
        <pc:chgData name="Noel Siao" userId="1e7be882-14f6-4418-90c3-3eec794f6d2b" providerId="ADAL" clId="{A383F9A1-FA88-4C1C-BA19-FAE23DF31A04}" dt="2024-05-02T16:10:14.744" v="246" actId="47"/>
        <pc:sldMkLst>
          <pc:docMk/>
          <pc:sldMk cId="1191259345" sldId="2147478873"/>
        </pc:sldMkLst>
      </pc:sldChg>
      <pc:sldChg chg="addSp delSp modSp del mod ord">
        <pc:chgData name="Noel Siao" userId="1e7be882-14f6-4418-90c3-3eec794f6d2b" providerId="ADAL" clId="{A383F9A1-FA88-4C1C-BA19-FAE23DF31A04}" dt="2024-05-02T18:14:43.804" v="1527" actId="47"/>
        <pc:sldMkLst>
          <pc:docMk/>
          <pc:sldMk cId="339895854" sldId="2147478876"/>
        </pc:sldMkLst>
        <pc:spChg chg="del mod">
          <ac:chgData name="Noel Siao" userId="1e7be882-14f6-4418-90c3-3eec794f6d2b" providerId="ADAL" clId="{A383F9A1-FA88-4C1C-BA19-FAE23DF31A04}" dt="2024-05-02T18:14:36.314" v="1525" actId="478"/>
          <ac:spMkLst>
            <pc:docMk/>
            <pc:sldMk cId="339895854" sldId="2147478876"/>
            <ac:spMk id="2" creationId="{BE7D11B6-0707-FFCB-0A67-F576FCBE7342}"/>
          </ac:spMkLst>
        </pc:spChg>
        <pc:spChg chg="mod">
          <ac:chgData name="Noel Siao" userId="1e7be882-14f6-4418-90c3-3eec794f6d2b" providerId="ADAL" clId="{A383F9A1-FA88-4C1C-BA19-FAE23DF31A04}" dt="2024-05-02T18:14:27.154" v="1520" actId="1076"/>
          <ac:spMkLst>
            <pc:docMk/>
            <pc:sldMk cId="339895854" sldId="2147478876"/>
            <ac:spMk id="3" creationId="{B3541BFA-3713-8153-920E-E892D2936D7C}"/>
          </ac:spMkLst>
        </pc:spChg>
        <pc:spChg chg="add mod">
          <ac:chgData name="Noel Siao" userId="1e7be882-14f6-4418-90c3-3eec794f6d2b" providerId="ADAL" clId="{A383F9A1-FA88-4C1C-BA19-FAE23DF31A04}" dt="2024-05-02T18:14:33.684" v="1524" actId="1076"/>
          <ac:spMkLst>
            <pc:docMk/>
            <pc:sldMk cId="339895854" sldId="2147478876"/>
            <ac:spMk id="4" creationId="{E75C90BC-B2DF-CBC9-3D74-92A16B164D99}"/>
          </ac:spMkLst>
        </pc:spChg>
        <pc:spChg chg="add del mod">
          <ac:chgData name="Noel Siao" userId="1e7be882-14f6-4418-90c3-3eec794f6d2b" providerId="ADAL" clId="{A383F9A1-FA88-4C1C-BA19-FAE23DF31A04}" dt="2024-05-02T18:14:39.825" v="1526" actId="478"/>
          <ac:spMkLst>
            <pc:docMk/>
            <pc:sldMk cId="339895854" sldId="2147478876"/>
            <ac:spMk id="7" creationId="{111DD745-0601-51BF-395A-F988E81ABF3E}"/>
          </ac:spMkLst>
        </pc:spChg>
      </pc:sldChg>
      <pc:sldChg chg="del">
        <pc:chgData name="Noel Siao" userId="1e7be882-14f6-4418-90c3-3eec794f6d2b" providerId="ADAL" clId="{A383F9A1-FA88-4C1C-BA19-FAE23DF31A04}" dt="2024-05-02T18:14:00.365" v="1516" actId="47"/>
        <pc:sldMkLst>
          <pc:docMk/>
          <pc:sldMk cId="2937402461" sldId="2147478877"/>
        </pc:sldMkLst>
      </pc:sldChg>
      <pc:sldChg chg="modSp add mod">
        <pc:chgData name="Noel Siao" userId="1e7be882-14f6-4418-90c3-3eec794f6d2b" providerId="ADAL" clId="{A383F9A1-FA88-4C1C-BA19-FAE23DF31A04}" dt="2024-05-02T18:15:44.255" v="1582" actId="6549"/>
        <pc:sldMkLst>
          <pc:docMk/>
          <pc:sldMk cId="541923178" sldId="2147478880"/>
        </pc:sldMkLst>
        <pc:spChg chg="mod">
          <ac:chgData name="Noel Siao" userId="1e7be882-14f6-4418-90c3-3eec794f6d2b" providerId="ADAL" clId="{A383F9A1-FA88-4C1C-BA19-FAE23DF31A04}" dt="2024-05-02T18:15:44.255" v="1582" actId="6549"/>
          <ac:spMkLst>
            <pc:docMk/>
            <pc:sldMk cId="541923178" sldId="2147478880"/>
            <ac:spMk id="3" creationId="{B3541BFA-3713-8153-920E-E892D2936D7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02B422-A630-7FDE-0182-F099004054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E5EEE-9DA0-CBA4-6636-CC3B1F2F3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41930-D8C2-4126-9358-D5F3F434D603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0A46D-03B1-D903-764A-B07666B020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2C44D-7062-EE22-2C24-779F39D97A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B11FD-06EE-4600-8EA4-2E06CB9EC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0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FA55-FA6E-4C80-8EB5-E97952B34B8E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B347D-12A2-49CB-B7E3-501107004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59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553DE-2E19-4A45-B3F7-45F9B01B6439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364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5C0A-99A3-2D2C-74C0-653D2134E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7F9C3-E328-5739-5D2E-3615D7AE1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16151-F903-78ED-AA47-FDB1DAB7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BFE0-181C-F7ED-2CBD-D13565F7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55C5E-9EA1-A7DC-CEAE-7C9C8D7D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4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3EDB-CE9C-9717-0DAD-65D53916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1FF2-E9C5-AD62-F3E4-BA88309A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476F3-7AEB-C40D-9798-56E6C010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9C959-14E2-D001-4E37-A1078FFA1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E6F9-5B06-8E2D-874F-E475F05D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3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02159-FA6B-72CD-F2AA-8A42DF02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2FFC-B995-6E95-AD02-7844A061C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14363-62A4-0C68-87AE-1475F26B5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A334E-3C7B-1EC5-4C69-688DC5B0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6CFEE-8B19-BA07-8B19-D40622EA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6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617C-5BC8-E666-7273-D2C6AAE0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1BE8-53B1-CC62-6DB3-518D416D3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99D36-5CF1-F6D2-AC07-25E501B44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839D3-B8B7-108B-1D50-B3F80546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0B954-59A0-02D7-94C5-A6CB86C4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52EEA-1D15-C0EB-CB54-B9C83163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3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C4F0-D995-D0A5-9DFD-BFF3ACD7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195CD-3BA6-73B7-04F2-C0AEDB38C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39413-8CFC-9135-C82A-D879275D4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7DC60-A4EB-2C46-A762-4C5B4AADC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42A9B-A000-C8D9-8BBA-EB8ADCF81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A39C0-B419-5BF4-BDAD-B00BB44A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AA46F-A8C6-08CE-567D-55EC2EE19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41281-7F09-B2EA-4B86-63F69B42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5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6073-373D-72A8-7A01-237D5870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3403E-8B9A-2C82-B54B-A8CF69DD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A6EBA-5A45-14EE-B9CE-21008B17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7DC2E-7DB2-D767-C1BB-3C8F1B01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1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72691-6839-F47F-AE35-98347FE3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8FA478-FEA9-6AD7-8BC6-A7FB1007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5DED8-9F44-9214-03E0-7C3BAFC9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8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6D32-056A-171E-C2C2-DE55492C7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DF99-F969-198C-3B33-58A2F66FD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BAEE9-9EAF-CB69-1A8C-668350256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0F025-C060-3D11-417E-05410B7F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3F99F-5559-CBE0-68CC-DF45A663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EAB4D-438B-8602-D0E3-769E91FE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9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C3549-2BD9-27BE-79B5-A4727BA5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4E903-0D43-3A18-BD6B-728E7566F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99BD4-9276-7D11-6DFD-6A24712A2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BDC9A-2608-FAF7-1B69-5ACE8956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DA09F-AE80-E2BC-FF3D-047BB958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B0304-6303-89FC-EE26-5E94A4C8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EC15-BF6C-A550-36F2-DCE9A9EC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CCAD5-4A5A-2BB5-252D-10BB1D29A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2F25D-9B50-2F92-3C66-96BA0243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A1D49-1F23-C27A-F3C6-C8F450FD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E9D58-9D6E-F7D2-FD9A-33D11DD0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0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22E2A-357F-7269-2C98-7D2824EB8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FDEB4-599B-3689-9107-05BB30DE4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577E-287D-DFF8-1FDB-77C74A4A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01F4B-5EA8-86CD-08D0-216882966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6ADA6-3E28-A028-C439-CCA43454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7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09256C-5CD0-B846-9ADD-9B6832FAFE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6556" y="-365986"/>
            <a:ext cx="2830889" cy="283089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22C29A-CFD2-C44F-9E9B-EB0C725B7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31" y="5748336"/>
            <a:ext cx="270017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DATE</a:t>
            </a:r>
            <a:endParaRPr lang="en-US" sz="120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F506564-81F3-7047-B859-B6867FBD80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031" y="1997006"/>
            <a:ext cx="9900644" cy="2387600"/>
          </a:xfrm>
        </p:spPr>
        <p:txBody>
          <a:bodyPr lIns="0" rIns="0" anchor="b"/>
          <a:lstStyle>
            <a:lvl1pPr algn="l">
              <a:lnSpc>
                <a:spcPct val="70000"/>
              </a:lnSpc>
              <a:defRPr sz="12500">
                <a:solidFill>
                  <a:schemeClr val="bg1"/>
                </a:solidFill>
                <a:latin typeface="Haettenschweiler" panose="020B0706040902060204" pitchFamily="34" charset="0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C302A44-501D-8C47-B913-023B74D52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031" y="4475965"/>
            <a:ext cx="9900644" cy="704919"/>
          </a:xfrm>
        </p:spPr>
        <p:txBody>
          <a:bodyPr lIns="0" rIns="0"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062518-2980-784B-A890-8ED31FFCD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77031" y="6431792"/>
            <a:ext cx="898269" cy="269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DA1662-881D-CA4D-B2DD-088A2F6ECA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22400" y="6113461"/>
            <a:ext cx="1489078" cy="14890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A4E6A6-20E9-9D4D-BF9D-9D4D4A9A96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7957" y="5540959"/>
            <a:ext cx="610308" cy="6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14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7031" y="477001"/>
            <a:ext cx="11241730" cy="765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031" y="1544594"/>
            <a:ext cx="11241731" cy="4517806"/>
          </a:xfrm>
        </p:spPr>
        <p:txBody>
          <a:bodyPr lIns="0" tIns="0" rIns="0" bIns="0"/>
          <a:lstStyle>
            <a:lvl1pPr>
              <a:lnSpc>
                <a:spcPct val="100000"/>
              </a:lnSpc>
              <a:buClr>
                <a:srgbClr val="9B43FF"/>
              </a:buClr>
              <a:defRPr sz="15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sz="12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sz="1000">
                <a:solidFill>
                  <a:schemeClr val="tx1"/>
                </a:solidFill>
              </a:defRPr>
            </a:lvl4pPr>
            <a:lvl5pPr marL="2057297" marR="0" indent="-228589" algn="l" defTabSz="914355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2514475" marR="0" lvl="5" indent="-228589" algn="l" defTabSz="914355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Sixth level</a:t>
            </a:r>
          </a:p>
          <a:p>
            <a:pPr lvl="4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BFD4AA1-EA94-994C-9DC4-2B40A77CCA8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7031" y="919801"/>
            <a:ext cx="11241731" cy="532119"/>
          </a:xfrm>
        </p:spPr>
        <p:txBody>
          <a:bodyPr lIns="0" tIns="0" rIns="0" bIns="0"/>
          <a:lstStyle>
            <a:lvl1pPr>
              <a:lnSpc>
                <a:spcPct val="100000"/>
              </a:lnSpc>
              <a:buNone/>
              <a:defRPr sz="1600" b="1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9169C-9521-794D-B99E-7F699148A8C7}"/>
              </a:ext>
            </a:extLst>
          </p:cNvPr>
          <p:cNvSpPr/>
          <p:nvPr userDrawn="1"/>
        </p:nvSpPr>
        <p:spPr>
          <a:xfrm>
            <a:off x="0" y="6392839"/>
            <a:ext cx="12192000" cy="4651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9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7B54664-9B11-B645-A541-F97299923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3414" y="6392839"/>
            <a:ext cx="27155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0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5D687CC7-B262-604F-83F9-A8F3F3C8DE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C131A5-5764-C64B-8F07-422AEC4CB2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7031" y="6431792"/>
            <a:ext cx="898269" cy="269983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EEECE2E-B950-F54E-9B76-A4F5D594D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52332" y="6407872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en-US">
              <a:latin typeface="Century Gothic" panose="020B0502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674FF0D-AC3F-104F-9C71-15886E44AF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19225" y="-179698"/>
            <a:ext cx="1241478" cy="124139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6A84465-D69F-E547-AAB0-4357FF0A9AB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85824" y="259838"/>
            <a:ext cx="11241731" cy="217163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buNone/>
              <a:defRPr sz="800" b="1" i="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783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786008-2AD0-B879-62E2-D1569DCF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BB1F5-F0F4-4D29-540F-7C20C479D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7585A-0574-2647-D468-996788A83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4F3EA-BC6F-4050-84B9-EEE7E0BC28B5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2F98-C5A1-2B6C-96D1-7024201B0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EB98D-C867-E1F3-E723-18C2020094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EC07A-C168-4CD5-984F-816185F6A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3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D0F77E-CD21-6B3F-449D-B68A83469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latin typeface="Century Gothic"/>
              </a:rPr>
              <a:t>Updated: Mar 2, 2024</a:t>
            </a:r>
            <a:endParaRPr lang="en-US" sz="1200">
              <a:latin typeface="Century Gothic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F6E1ED-DBAA-7AC6-E365-2C249763A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030" y="1457510"/>
            <a:ext cx="10895819" cy="3215074"/>
          </a:xfrm>
        </p:spPr>
        <p:txBody>
          <a:bodyPr anchor="ctr" anchorCtr="0">
            <a:noAutofit/>
          </a:bodyPr>
          <a:lstStyle/>
          <a:p>
            <a:pPr algn="ctr"/>
            <a:r>
              <a:rPr lang="en-CA" sz="4400" b="1">
                <a:latin typeface="Poppins"/>
                <a:cs typeface="Poppins"/>
              </a:rPr>
              <a:t>Campaign Management Automation</a:t>
            </a:r>
            <a:br>
              <a:rPr lang="en-CA" sz="4400" b="1">
                <a:latin typeface="Poppins"/>
                <a:cs typeface="Poppins"/>
              </a:rPr>
            </a:br>
            <a:br>
              <a:rPr lang="en-CA" sz="4400" b="1">
                <a:latin typeface="Poppins"/>
                <a:cs typeface="Poppins"/>
              </a:rPr>
            </a:br>
            <a:r>
              <a:rPr lang="en-CA" sz="4400" b="1">
                <a:latin typeface="Poppins"/>
                <a:cs typeface="Poppins"/>
              </a:rPr>
              <a:t>Delivery Roadmap</a:t>
            </a:r>
          </a:p>
        </p:txBody>
      </p:sp>
    </p:spTree>
    <p:extLst>
      <p:ext uri="{BB962C8B-B14F-4D97-AF65-F5344CB8AC3E}">
        <p14:creationId xmlns:p14="http://schemas.microsoft.com/office/powerpoint/2010/main" val="3436345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61" y="358129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D5F3F-AA45-91B4-F373-D52D153F2EC9}"/>
              </a:ext>
            </a:extLst>
          </p:cNvPr>
          <p:cNvSpPr txBox="1"/>
          <p:nvPr/>
        </p:nvSpPr>
        <p:spPr>
          <a:xfrm>
            <a:off x="792588" y="1123129"/>
            <a:ext cx="5912126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2110004020202020204"/>
              <a:buChar char="q"/>
            </a:pPr>
            <a:r>
              <a:rPr lang="en-US"/>
              <a:t>Introduction</a:t>
            </a:r>
          </a:p>
          <a:p>
            <a:pPr marL="342900" indent="-342900">
              <a:buFont typeface="Wingdings" panose="02110004020202020204"/>
              <a:buChar char="q"/>
            </a:pPr>
            <a:r>
              <a:rPr lang="en-US"/>
              <a:t>Objective of project</a:t>
            </a:r>
          </a:p>
          <a:p>
            <a:pPr marL="342900" indent="-342900">
              <a:buFont typeface="Wingdings" panose="02110004020202020204"/>
              <a:buChar char="q"/>
            </a:pPr>
            <a:r>
              <a:rPr lang="en-US"/>
              <a:t>High Level Requirements</a:t>
            </a:r>
          </a:p>
          <a:p>
            <a:pPr marL="342900" indent="-342900">
              <a:buFont typeface="Wingdings" panose="02110004020202020204"/>
              <a:buChar char="q"/>
            </a:pPr>
            <a:r>
              <a:rPr lang="en-US"/>
              <a:t>Delivery Roadmap</a:t>
            </a:r>
          </a:p>
          <a:p>
            <a:pPr marL="342900" indent="-342900">
              <a:buFont typeface="Wingdings" panose="02110004020202020204"/>
              <a:buChar char="q"/>
            </a:pPr>
            <a:r>
              <a:rPr lang="en-US"/>
              <a:t>High Level - Current State E2E Architecture</a:t>
            </a:r>
          </a:p>
          <a:p>
            <a:pPr marL="342900" indent="-342900">
              <a:buFont typeface="Wingdings" panose="02110004020202020204"/>
              <a:buChar char="q"/>
            </a:pPr>
            <a:r>
              <a:rPr lang="en-US"/>
              <a:t>High Level – Phase 1 Future State E2E Architecture</a:t>
            </a:r>
          </a:p>
          <a:p>
            <a:pPr marL="342900" indent="-342900">
              <a:buFont typeface="Wingdings" panose="02110004020202020204"/>
              <a:buChar char="q"/>
            </a:pPr>
            <a:r>
              <a:rPr lang="en-US"/>
              <a:t>Next steps</a:t>
            </a:r>
          </a:p>
          <a:p>
            <a:pPr marL="285750" indent="-285750">
              <a:buFont typeface="Wingdings" panose="020B0604020202020204" pitchFamily="34" charset="0"/>
              <a:buChar char="q"/>
            </a:pPr>
            <a:endParaRPr lang="en-US"/>
          </a:p>
          <a:p>
            <a:pPr marL="285750" indent="-285750">
              <a:buFont typeface="Wingdings" panose="020B0604020202020204" pitchFamily="34" charset="0"/>
              <a:buChar char="q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6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02A5C0-EBD2-5E2F-540C-E8807F1E4659}"/>
              </a:ext>
            </a:extLst>
          </p:cNvPr>
          <p:cNvSpPr txBox="1"/>
          <p:nvPr/>
        </p:nvSpPr>
        <p:spPr>
          <a:xfrm>
            <a:off x="619906" y="1321475"/>
            <a:ext cx="1019096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0" i="0">
                <a:solidFill>
                  <a:srgbClr val="000000"/>
                </a:solidFill>
                <a:effectLst/>
                <a:cs typeface="Poppins"/>
              </a:rPr>
              <a:t>Create a new Scene+ Campaign Management Automation platform that is more efficient, personalized, scalable, robust and easily configurable</a:t>
            </a:r>
            <a:r>
              <a:rPr lang="en-US">
                <a:solidFill>
                  <a:srgbClr val="000000"/>
                </a:solidFill>
                <a:cs typeface="Poppins"/>
              </a:rPr>
              <a:t> compared to LE in current state</a:t>
            </a:r>
            <a:endParaRPr lang="en-US" sz="1800" b="0" i="0">
              <a:solidFill>
                <a:srgbClr val="000000"/>
              </a:solidFill>
              <a:effectLst/>
              <a:cs typeface="Poppins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0000"/>
                </a:solidFill>
                <a:cs typeface="Poppins"/>
              </a:rPr>
              <a:t>Handle</a:t>
            </a:r>
            <a:r>
              <a:rPr lang="en-US" sz="1800" b="0" i="0">
                <a:solidFill>
                  <a:srgbClr val="000000"/>
                </a:solidFill>
                <a:effectLst/>
                <a:cs typeface="Poppins"/>
              </a:rPr>
              <a:t> diverse campaign and offer flows</a:t>
            </a:r>
            <a:r>
              <a:rPr lang="en-US">
                <a:solidFill>
                  <a:srgbClr val="000000"/>
                </a:solidFill>
                <a:cs typeface="Poppins"/>
              </a:rPr>
              <a:t> for faster turn-around</a:t>
            </a:r>
            <a:endParaRPr lang="en-US" sz="1800" b="0" i="0">
              <a:solidFill>
                <a:srgbClr val="000000"/>
              </a:solidFill>
              <a:effectLst/>
              <a:cs typeface="Poppins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>
                <a:solidFill>
                  <a:srgbClr val="000000"/>
                </a:solidFill>
                <a:cs typeface="Poppins"/>
              </a:rPr>
              <a:t>Implement omni-channel marketing campaigns by </a:t>
            </a:r>
            <a:r>
              <a:rPr lang="en-US">
                <a:solidFill>
                  <a:srgbClr val="000000"/>
                </a:solidFill>
                <a:cs typeface="Poppins"/>
              </a:rPr>
              <a:t>using an integrated platform with ready access to data segments</a:t>
            </a:r>
            <a:endParaRPr lang="en-US" sz="1800">
              <a:solidFill>
                <a:srgbClr val="000000"/>
              </a:solidFill>
              <a:cs typeface="Poppins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0000"/>
                </a:solidFill>
                <a:cs typeface="Poppins"/>
              </a:rPr>
              <a:t>Deepen member engagement through program comprehension, optimized onboarding and lifecycle programs</a:t>
            </a:r>
            <a:endParaRPr lang="en-US" sz="1800">
              <a:solidFill>
                <a:srgbClr val="000000"/>
              </a:solidFill>
              <a:cs typeface="Poppins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cs typeface="Poppins"/>
              </a:rPr>
              <a:t>Deliver real time, digital offers by connecting the offer platform to the CRM platform</a:t>
            </a:r>
            <a:endParaRPr lang="en-US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9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19" y="100036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High Level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72D20-34D4-2523-7BCF-4B42C52F460C}"/>
              </a:ext>
            </a:extLst>
          </p:cNvPr>
          <p:cNvSpPr txBox="1"/>
          <p:nvPr/>
        </p:nvSpPr>
        <p:spPr>
          <a:xfrm>
            <a:off x="477031" y="844247"/>
            <a:ext cx="11714969" cy="44935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Implement and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manage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 various promotional offers</a:t>
            </a: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 including: </a:t>
            </a:r>
            <a:endParaRPr lang="en-US" b="0" i="0">
              <a:solidFill>
                <a:srgbClr val="0D0D0D"/>
              </a:solidFill>
              <a:effectLst/>
              <a:highlight>
                <a:srgbClr val="FFFFFF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u="sng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Cross-Shop Offers</a:t>
            </a:r>
            <a:endParaRPr lang="en-US" i="0">
              <a:solidFill>
                <a:srgbClr val="0D0D0D"/>
              </a:solidFill>
              <a:effectLst/>
              <a:highlight>
                <a:srgbClr val="FFFFFF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u="sng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Redemption Offers</a:t>
            </a:r>
            <a:endParaRPr lang="en-US" i="0">
              <a:solidFill>
                <a:srgbClr val="0D0D0D"/>
              </a:solidFill>
              <a:effectLst/>
              <a:highlight>
                <a:srgbClr val="FFFFFF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 u="sng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Engagement Offers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u="sng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Ability to provide point issuance and redemption in real-time meeting current SLA for POS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Ability to provide BNS PIN Promotions &amp; Coupon code redemption </a:t>
            </a:r>
            <a:endParaRPr lang="en-US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Ability to provide point issuance and redemption through Batch file process for partners</a:t>
            </a:r>
          </a:p>
          <a:p>
            <a:pPr marL="511175" indent="-225425">
              <a:buFont typeface="Wingdings" panose="05000000000000000000" pitchFamily="2" charset="2"/>
              <a:buChar char="§"/>
            </a:pPr>
            <a:r>
              <a:rPr lang="en-US" sz="1600">
                <a:solidFill>
                  <a:srgbClr val="0D0D0D"/>
                </a:solidFill>
                <a:highlight>
                  <a:srgbClr val="FFFFFF"/>
                </a:highlight>
              </a:rPr>
              <a:t>Automate current manual Back-End Bonus (BEP) issuance process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CSM – Ability to view member level and program level offers to provide customer service support and backend issuances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</a:rPr>
              <a:t>CSM/Digital Web &amp; Mobile – Ability to view issuance and redemption history at member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0A4C1-9C2C-8963-7B2D-3754CB33CBD8}"/>
              </a:ext>
            </a:extLst>
          </p:cNvPr>
          <p:cNvSpPr txBox="1"/>
          <p:nvPr/>
        </p:nvSpPr>
        <p:spPr>
          <a:xfrm>
            <a:off x="8505825" y="6053524"/>
            <a:ext cx="28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 Refer to project BRD 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2051376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57" y="-20309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Delivery Roadmap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E92E7-04B3-B52E-59C7-9DEACB6AC327}"/>
              </a:ext>
            </a:extLst>
          </p:cNvPr>
          <p:cNvSpPr txBox="1"/>
          <p:nvPr/>
        </p:nvSpPr>
        <p:spPr>
          <a:xfrm>
            <a:off x="5981700" y="1455356"/>
            <a:ext cx="5333220" cy="22929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28600" algn="l">
              <a:buFont typeface="+mj-lt"/>
              <a:buAutoNum type="arabicParenR"/>
            </a:pP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Provide PIN Promotions &amp; Promo code redemption </a:t>
            </a:r>
            <a:endParaRPr lang="en-US" sz="1100" b="0" i="0">
              <a:solidFill>
                <a:srgbClr val="323130"/>
              </a:solidFill>
              <a:effectLst/>
              <a:highlight>
                <a:srgbClr val="FFFFFF"/>
              </a:highlight>
            </a:endParaRPr>
          </a:p>
          <a:p>
            <a:pPr marL="285750" indent="-228600" algn="l">
              <a:buFont typeface="+mj-lt"/>
              <a:buAutoNum type="arabicParenR"/>
            </a:pP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Provide point issuance and redemption through Batch file process for partners</a:t>
            </a:r>
            <a:endParaRPr lang="en-US" sz="1100" b="0" i="0">
              <a:solidFill>
                <a:srgbClr val="323130"/>
              </a:solidFill>
              <a:effectLst/>
              <a:highlight>
                <a:srgbClr val="FFFFFF"/>
              </a:highlight>
            </a:endParaRPr>
          </a:p>
          <a:p>
            <a:pPr marL="285750" indent="-228600" algn="l">
              <a:buFont typeface="+mj-lt"/>
              <a:buAutoNum type="arabicParenR"/>
            </a:pP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CSM – Ability to view member level and program level offers to provide customer service support and backend issuances</a:t>
            </a:r>
            <a:endParaRPr lang="en-US" sz="1100" b="0" i="0">
              <a:solidFill>
                <a:srgbClr val="323130"/>
              </a:solidFill>
              <a:effectLst/>
              <a:highlight>
                <a:srgbClr val="FFFFFF"/>
              </a:highlight>
            </a:endParaRPr>
          </a:p>
          <a:p>
            <a:pPr marL="285750" indent="-228600" algn="l">
              <a:buFont typeface="+mj-lt"/>
              <a:buAutoNum type="arabicParenR"/>
            </a:pPr>
            <a:r>
              <a:rPr lang="en-US" sz="1100" b="0" i="0">
                <a:solidFill>
                  <a:srgbClr val="323130"/>
                </a:solidFill>
                <a:effectLst/>
                <a:highlight>
                  <a:srgbClr val="FFFFFF"/>
                </a:highlight>
              </a:rPr>
              <a:t> </a:t>
            </a: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CSM/Digital Web &amp; Mobile – Ability to view issuance and redemption history at member level</a:t>
            </a:r>
            <a:endParaRPr lang="en-US" sz="1100" b="0" i="0">
              <a:solidFill>
                <a:srgbClr val="323130"/>
              </a:solidFill>
              <a:effectLst/>
              <a:highlight>
                <a:srgbClr val="FFFFFF"/>
              </a:highlight>
            </a:endParaRPr>
          </a:p>
          <a:p>
            <a:pPr marL="285750" indent="-228600" algn="l">
              <a:buFont typeface="+mj-lt"/>
              <a:buAutoNum type="arabicParenR"/>
            </a:pPr>
            <a:r>
              <a:rPr lang="en-US" sz="1100" b="0" i="0">
                <a:solidFill>
                  <a:srgbClr val="323130"/>
                </a:solidFill>
                <a:effectLst/>
                <a:highlight>
                  <a:srgbClr val="FFFFFF"/>
                </a:highlight>
              </a:rPr>
              <a:t> </a:t>
            </a: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Additional capabilities like Stamp based promotions and multi-currency support</a:t>
            </a:r>
            <a:endParaRPr lang="en-US" sz="1100">
              <a:solidFill>
                <a:srgbClr val="323130"/>
              </a:solidFill>
              <a:highlight>
                <a:srgbClr val="FFFFFF"/>
              </a:highlight>
            </a:endParaRPr>
          </a:p>
          <a:p>
            <a:pPr marL="285750" indent="-228600" algn="l">
              <a:buFont typeface="+mj-lt"/>
              <a:buAutoNum type="arabicParenR"/>
            </a:pP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Provide point issuance and redemption in real-time meeting current SLA for POS</a:t>
            </a:r>
          </a:p>
          <a:p>
            <a:pPr marL="285750" indent="-228600">
              <a:buFont typeface="+mj-lt"/>
              <a:buAutoNum type="arabicParenR"/>
            </a:pPr>
            <a:r>
              <a:rPr lang="en-US" sz="1100">
                <a:solidFill>
                  <a:srgbClr val="0D0D0D"/>
                </a:solidFill>
                <a:highlight>
                  <a:srgbClr val="FFFFFF"/>
                </a:highlight>
              </a:rPr>
              <a:t>Allow all partners except BNS to create their offers that will then be visible in Scene website and Mobile App. (Assumption: BNS will keep using LE and fund LE)</a:t>
            </a:r>
          </a:p>
          <a:p>
            <a:pPr marL="285750" indent="-228600">
              <a:buAutoNum type="arabicParenR"/>
            </a:pPr>
            <a:r>
              <a:rPr lang="en-US" sz="1100">
                <a:solidFill>
                  <a:srgbClr val="0D0D0D"/>
                </a:solidFill>
                <a:highlight>
                  <a:srgbClr val="FFFFFF"/>
                </a:highlight>
              </a:rPr>
              <a:t>Any reporting that is leveraging LE</a:t>
            </a:r>
          </a:p>
          <a:p>
            <a:pPr marL="285750" indent="-228600">
              <a:buAutoNum type="arabicParenR"/>
            </a:pPr>
            <a:r>
              <a:rPr lang="en-US" sz="1100">
                <a:solidFill>
                  <a:srgbClr val="0D0D0D"/>
                </a:solidFill>
                <a:highlight>
                  <a:srgbClr val="FFFFFF"/>
                </a:highlight>
              </a:rPr>
              <a:t>Decommission Scene from using LE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E01B1C43-6CAB-0030-1331-D4E19091ECC5}"/>
              </a:ext>
            </a:extLst>
          </p:cNvPr>
          <p:cNvSpPr/>
          <p:nvPr/>
        </p:nvSpPr>
        <p:spPr>
          <a:xfrm>
            <a:off x="274457" y="1018069"/>
            <a:ext cx="5704924" cy="36576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Phase 1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12B1216D-D01B-1B2D-4EB8-15F13B627F24}"/>
              </a:ext>
            </a:extLst>
          </p:cNvPr>
          <p:cNvSpPr/>
          <p:nvPr/>
        </p:nvSpPr>
        <p:spPr>
          <a:xfrm>
            <a:off x="5895975" y="1018069"/>
            <a:ext cx="5514195" cy="365760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Phase 2 and beyond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00CA1-E2A2-7CE0-CB32-2FAB664C4945}"/>
              </a:ext>
            </a:extLst>
          </p:cNvPr>
          <p:cNvSpPr txBox="1"/>
          <p:nvPr/>
        </p:nvSpPr>
        <p:spPr>
          <a:xfrm>
            <a:off x="425223" y="1460029"/>
            <a:ext cx="5403391" cy="50321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Configure Salesforce Loyalty Management (LM) and other modules  to build following offers:</a:t>
            </a:r>
          </a:p>
          <a:p>
            <a:pPr marL="396875" indent="-163195">
              <a:buFont typeface="+mj-lt"/>
              <a:buAutoNum type="alphaLcParenR"/>
            </a:pPr>
            <a:r>
              <a:rPr lang="en-US" sz="1100"/>
              <a:t>Personalized offers: </a:t>
            </a:r>
          </a:p>
          <a:p>
            <a:pPr marL="572770" indent="-171450">
              <a:buFont typeface="Wingdings" panose="05000000000000000000" pitchFamily="2" charset="2"/>
              <a:buChar char="§"/>
            </a:pPr>
            <a:r>
              <a:rPr lang="en-US" sz="1100"/>
              <a:t>Cross shop Offers</a:t>
            </a:r>
          </a:p>
          <a:p>
            <a:pPr marL="744220" indent="-171450">
              <a:buFont typeface="Courier New" panose="02070309020205020404" pitchFamily="49" charset="0"/>
              <a:buChar char="o"/>
            </a:pPr>
            <a:r>
              <a:rPr lang="en-US" sz="900" b="0" i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/>
                <a:cs typeface="Segoe UI"/>
              </a:rPr>
              <a:t>Location based transactions with minimum spend e.g. "Use your card at X locations to get Y points".</a:t>
            </a:r>
            <a:endParaRPr lang="en-US" sz="900">
              <a:latin typeface="Segoe UI"/>
              <a:cs typeface="Segoe UI"/>
            </a:endParaRPr>
          </a:p>
          <a:p>
            <a:pPr marL="572770" indent="-171450">
              <a:buFont typeface="Wingdings" panose="05000000000000000000" pitchFamily="2" charset="2"/>
              <a:buChar char="§"/>
            </a:pPr>
            <a:r>
              <a:rPr lang="en-US" sz="1100"/>
              <a:t>Redemption Offers</a:t>
            </a:r>
          </a:p>
          <a:p>
            <a:pPr marL="744220" indent="-169545">
              <a:buFont typeface="Courier New" panose="02070309020205020404" pitchFamily="49" charset="0"/>
              <a:buChar char="o"/>
            </a:pPr>
            <a:r>
              <a:rPr lang="en-US" sz="900" b="0" i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/>
                <a:cs typeface="Segoe UI"/>
              </a:rPr>
              <a:t>Promote loyalty rewards spending e.g. "Redeem X points and get Y back".</a:t>
            </a:r>
            <a:endParaRPr lang="en-US" sz="900">
              <a:latin typeface="Segoe UI"/>
              <a:cs typeface="Segoe UI"/>
            </a:endParaRPr>
          </a:p>
          <a:p>
            <a:pPr marL="572770" indent="-171450">
              <a:buFont typeface="Wingdings" panose="05000000000000000000" pitchFamily="2" charset="2"/>
              <a:buChar char="§"/>
            </a:pPr>
            <a:r>
              <a:rPr lang="en-US" sz="1100"/>
              <a:t>Engagement Offers</a:t>
            </a:r>
          </a:p>
          <a:p>
            <a:pPr marL="744220" indent="-171450">
              <a:buFont typeface="Courier New" panose="02070309020205020404" pitchFamily="49" charset="0"/>
              <a:buChar char="o"/>
            </a:pPr>
            <a:r>
              <a:rPr lang="en-US" sz="900" b="0" i="0">
                <a:solidFill>
                  <a:srgbClr val="32313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Survey/Polls rewards, Gaming activities, Mobile app engagement rewards, Digital enrolment rewards etc. </a:t>
            </a:r>
            <a:endParaRPr lang="en-US" sz="900"/>
          </a:p>
          <a:p>
            <a:pPr marL="461645" indent="-228600">
              <a:buFont typeface="+mj-lt"/>
              <a:buAutoNum type="alphaLcParenR" startAt="2"/>
            </a:pPr>
            <a:r>
              <a:rPr lang="en-US" sz="1100"/>
              <a:t>Offer to Channel experience:</a:t>
            </a:r>
          </a:p>
          <a:p>
            <a:pPr marL="687070" indent="-171450">
              <a:buFont typeface="Wingdings" panose="05000000000000000000" pitchFamily="2" charset="2"/>
              <a:buChar char="§"/>
            </a:pPr>
            <a:r>
              <a:rPr lang="en-US" sz="900"/>
              <a:t>Offers that can be directly streamed to various CRM channels including Mobile, Web, Email &amp; Push Notifications.</a:t>
            </a:r>
          </a:p>
          <a:p>
            <a:pPr marL="687070" indent="-171450">
              <a:buFont typeface="Wingdings" panose="05000000000000000000" pitchFamily="2" charset="2"/>
              <a:buChar char="§"/>
            </a:pPr>
            <a:r>
              <a:rPr lang="en-US" sz="900"/>
              <a:t>Offers that can be pushed to members via automated journeys, Trigger campaigns or ad-hoc campaigns.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sz="1100"/>
              <a:t>System Integration</a:t>
            </a:r>
          </a:p>
          <a:p>
            <a:pPr marL="461645" indent="-228600">
              <a:buFont typeface="+mj-lt"/>
              <a:buAutoNum type="alphaLcParenR"/>
            </a:pPr>
            <a:r>
              <a:rPr lang="en-US" sz="1100"/>
              <a:t>Will implement point to point system integration. No Middleware.</a:t>
            </a:r>
          </a:p>
          <a:p>
            <a:pPr marL="461645" indent="-228600">
              <a:buFont typeface="+mj-lt"/>
              <a:buAutoNum type="alphaLcParenR"/>
            </a:pPr>
            <a:r>
              <a:rPr lang="en-US" sz="1100"/>
              <a:t>Build system integration between Salesforce and other system</a:t>
            </a:r>
          </a:p>
          <a:p>
            <a:pPr marL="628650" indent="-171450">
              <a:buFont typeface="Wingdings" panose="05000000000000000000" pitchFamily="2" charset="2"/>
              <a:buChar char="§"/>
            </a:pPr>
            <a:r>
              <a:rPr lang="en-US" sz="1000"/>
              <a:t>Snowflake to LM – Transaction Journal data</a:t>
            </a:r>
          </a:p>
          <a:p>
            <a:pPr marL="628650" indent="-171450">
              <a:buFont typeface="Wingdings" panose="05000000000000000000" pitchFamily="2" charset="2"/>
              <a:buChar char="§"/>
            </a:pPr>
            <a:r>
              <a:rPr lang="en-US" sz="1000"/>
              <a:t>Interconnect between Loyalty Cloud, Data Cloud, Marketing Cloud and Marketing Cloud Personalization</a:t>
            </a:r>
          </a:p>
          <a:p>
            <a:pPr marL="628650" indent="-171450">
              <a:buFont typeface="Wingdings" panose="05000000000000000000" pitchFamily="2" charset="2"/>
              <a:buChar char="§"/>
            </a:pPr>
            <a:r>
              <a:rPr lang="en-US" sz="1000"/>
              <a:t>MCP to Digital Web</a:t>
            </a:r>
          </a:p>
          <a:p>
            <a:pPr marL="628650" indent="-171450">
              <a:buFont typeface="Wingdings" panose="05000000000000000000" pitchFamily="2" charset="2"/>
              <a:buChar char="§"/>
            </a:pPr>
            <a:r>
              <a:rPr lang="en-US" sz="1000"/>
              <a:t>MCP to Digital Mobile  App</a:t>
            </a:r>
          </a:p>
          <a:p>
            <a:pPr marL="628650" indent="-171450">
              <a:buFont typeface="Wingdings" panose="05000000000000000000" pitchFamily="2" charset="2"/>
              <a:buChar char="§"/>
            </a:pPr>
            <a:r>
              <a:rPr lang="en-US" sz="1000"/>
              <a:t>LM and </a:t>
            </a:r>
            <a:r>
              <a:rPr lang="en-US" sz="1000" err="1"/>
              <a:t>Synapze</a:t>
            </a:r>
            <a:r>
              <a:rPr lang="en-US" sz="1000"/>
              <a:t> LX</a:t>
            </a:r>
          </a:p>
          <a:p>
            <a:pPr marL="228600" indent="-228600">
              <a:buFont typeface="+mj-lt"/>
              <a:buAutoNum type="arabicParenR" startAt="3"/>
            </a:pPr>
            <a:r>
              <a:rPr lang="en-US" sz="1100"/>
              <a:t>Update Digital Web and Mobile App to allow members to view Personalized offers.</a:t>
            </a:r>
          </a:p>
          <a:p>
            <a:pPr marL="228600" indent="-228600">
              <a:buFont typeface="+mj-lt"/>
              <a:buAutoNum type="arabicParenR" startAt="3"/>
            </a:pPr>
            <a:r>
              <a:rPr lang="en-US" sz="1100" b="0" i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CSM – Ability to view member level and program level offers to provide customer service support and backend issuances</a:t>
            </a:r>
            <a:endParaRPr lang="en-US" sz="1100"/>
          </a:p>
          <a:p>
            <a:pPr marL="228600" indent="-228600">
              <a:buFont typeface="+mj-lt"/>
              <a:buAutoNum type="arabicParenR" startAt="3"/>
            </a:pPr>
            <a:r>
              <a:rPr lang="en-US" sz="1100">
                <a:solidFill>
                  <a:srgbClr val="0D0D0D"/>
                </a:solidFill>
                <a:highlight>
                  <a:srgbClr val="FFFFFF"/>
                </a:highlight>
                <a:latin typeface="Aptos"/>
                <a:cs typeface="Arial"/>
              </a:rPr>
              <a:t>Automate current manual Back-end bonus(BEB) issuance process leveraging MCP</a:t>
            </a:r>
            <a:r>
              <a:rPr lang="en-US" sz="1100"/>
              <a:t> </a:t>
            </a:r>
          </a:p>
          <a:p>
            <a:pPr marL="228600" indent="-228600">
              <a:buFont typeface="+mj-lt"/>
              <a:buAutoNum type="arabicParenR" startAt="3"/>
            </a:pPr>
            <a:r>
              <a:rPr lang="en-US" sz="1100"/>
              <a:t>Keep Bond's Loyalty Engine for real-time offers, base offers, BNS and Recipe offers (among others)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89A312C-0B92-7530-466C-6D7EE92D0AA5}"/>
              </a:ext>
            </a:extLst>
          </p:cNvPr>
          <p:cNvSpPr/>
          <p:nvPr/>
        </p:nvSpPr>
        <p:spPr>
          <a:xfrm>
            <a:off x="3331596" y="651266"/>
            <a:ext cx="8078573" cy="365760"/>
          </a:xfrm>
          <a:prstGeom prst="chevron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Change Management and Support</a:t>
            </a:r>
          </a:p>
        </p:txBody>
      </p:sp>
    </p:spTree>
    <p:extLst>
      <p:ext uri="{BB962C8B-B14F-4D97-AF65-F5344CB8AC3E}">
        <p14:creationId xmlns:p14="http://schemas.microsoft.com/office/powerpoint/2010/main" val="2962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39" y="481036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Phase 1 – Impacted Systems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27AD1B-DFEE-F468-7C29-76CFC1189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090681"/>
              </p:ext>
            </p:extLst>
          </p:nvPr>
        </p:nvGraphicFramePr>
        <p:xfrm>
          <a:off x="555625" y="1436370"/>
          <a:ext cx="10113011" cy="2910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63638">
                  <a:extLst>
                    <a:ext uri="{9D8B030D-6E8A-4147-A177-3AD203B41FA5}">
                      <a16:colId xmlns:a16="http://schemas.microsoft.com/office/drawing/2014/main" val="2578531151"/>
                    </a:ext>
                  </a:extLst>
                </a:gridCol>
                <a:gridCol w="6376946">
                  <a:extLst>
                    <a:ext uri="{9D8B030D-6E8A-4147-A177-3AD203B41FA5}">
                      <a16:colId xmlns:a16="http://schemas.microsoft.com/office/drawing/2014/main" val="624128532"/>
                    </a:ext>
                  </a:extLst>
                </a:gridCol>
                <a:gridCol w="1572427">
                  <a:extLst>
                    <a:ext uri="{9D8B030D-6E8A-4147-A177-3AD203B41FA5}">
                      <a16:colId xmlns:a16="http://schemas.microsoft.com/office/drawing/2014/main" val="3823537869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Deliverables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Stakeholders</a:t>
                      </a:r>
                    </a:p>
                    <a:p>
                      <a:pPr algn="ctr"/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16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Salesforce Loyalty Management (SF-LM),  Marketing Cloud Personalization (SF-MCP), Data Cloud</a:t>
                      </a:r>
                    </a:p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Implementation of in-scope offer type in Loyalty 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Support segmentation from Marketing Cloud/Data Cloud to Loyalty Cloud Campaigns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 Configure Phase 1 offers and calculations in Loyalty Cloud, to support points accruals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Configure Data Processing Engine to support bulk updates to members and points.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/>
                        <a:t>Connect Loyalty Management, Marketing Cloud Personalization, Marketing Cloud and Data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975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/>
                        <a:t>Scene Website and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Retrieve eligible offers for members from Salesforce Marketing Cloud Personalization (SF-MCP)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Display eligible offers on website and 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60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Data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Interconnect between Loyalty Cloud, Data Cloud, Marketing Cloud and Marketing Cloud Personalization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/>
                        <a:t>Snowflake to LM – Transaction Journal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MCP to Digital Web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MCP to Digital Mobile  App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/>
                        <a:t>LM and </a:t>
                      </a:r>
                      <a:r>
                        <a:rPr lang="en-US" sz="1100" err="1"/>
                        <a:t>Synapze</a:t>
                      </a:r>
                      <a:r>
                        <a:rPr lang="en-US" sz="1100"/>
                        <a:t> LX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40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46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A diagram of a software application&#10;&#10;Description automatically generated">
            <a:extLst>
              <a:ext uri="{FF2B5EF4-FFF2-40B4-BE49-F238E27FC236}">
                <a16:creationId xmlns:a16="http://schemas.microsoft.com/office/drawing/2014/main" id="{8A187773-06DE-463F-1027-8B909AD37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8" y="598443"/>
            <a:ext cx="7739726" cy="56611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19" y="100036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High Level - Current State E2E Architecture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C43B66A-6279-59E6-5FFF-7D826AD3B036}"/>
              </a:ext>
            </a:extLst>
          </p:cNvPr>
          <p:cNvSpPr txBox="1"/>
          <p:nvPr/>
        </p:nvSpPr>
        <p:spPr>
          <a:xfrm>
            <a:off x="8298959" y="1342194"/>
            <a:ext cx="3627929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ea typeface="+mn-lt"/>
                <a:cs typeface="+mn-lt"/>
              </a:rPr>
              <a:t>Offers are created by Marketing Admin. LE Admin portal and Agility CMS are leveraged for offer creation and templates, respectively.</a:t>
            </a:r>
            <a:endParaRPr lang="en-US"/>
          </a:p>
          <a:p>
            <a:pPr algn="l"/>
            <a:endParaRPr lang="en-US" sz="1200">
              <a:ea typeface="Calibri"/>
              <a:cs typeface="Calibri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0F0D84D1-C534-DBAA-A534-32D91BAA192C}"/>
              </a:ext>
            </a:extLst>
          </p:cNvPr>
          <p:cNvSpPr txBox="1"/>
          <p:nvPr/>
        </p:nvSpPr>
        <p:spPr>
          <a:xfrm>
            <a:off x="8298958" y="2029304"/>
            <a:ext cx="3627929" cy="1569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ea typeface="+mn-lt"/>
                <a:cs typeface="+mn-lt"/>
              </a:rPr>
              <a:t>Offers are displayed on Digital channels (Mobile and web) and delivered to Member's inbox (Email &amp; SMS)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1200">
                <a:ea typeface="Calibri"/>
                <a:cs typeface="Calibri"/>
              </a:rPr>
              <a:t>Digital offers are retrieved through API calls and merged with Agility CMS static templates based on </a:t>
            </a:r>
            <a:r>
              <a:rPr lang="en-US" sz="1200" err="1">
                <a:ea typeface="Calibri"/>
                <a:cs typeface="Calibri"/>
              </a:rPr>
              <a:t>offerId</a:t>
            </a:r>
            <a:r>
              <a:rPr lang="en-US" sz="1200">
                <a:ea typeface="Calibri"/>
                <a:cs typeface="Calibri"/>
              </a:rPr>
              <a:t> and type.</a:t>
            </a:r>
          </a:p>
          <a:p>
            <a:r>
              <a:rPr lang="en-US" sz="1200">
                <a:ea typeface="Calibri"/>
                <a:cs typeface="Calibri"/>
              </a:rPr>
              <a:t>API is exposed through LX Core and interacts with LE backend to pull offer information.</a:t>
            </a:r>
          </a:p>
        </p:txBody>
      </p:sp>
      <p:sp>
        <p:nvSpPr>
          <p:cNvPr id="7" name="TextBox 18">
            <a:extLst>
              <a:ext uri="{FF2B5EF4-FFF2-40B4-BE49-F238E27FC236}">
                <a16:creationId xmlns:a16="http://schemas.microsoft.com/office/drawing/2014/main" id="{14DF8FE6-8E9D-8A16-E1F7-D9F2CBA72E99}"/>
              </a:ext>
            </a:extLst>
          </p:cNvPr>
          <p:cNvSpPr txBox="1"/>
          <p:nvPr/>
        </p:nvSpPr>
        <p:spPr>
          <a:xfrm>
            <a:off x="8298833" y="3806704"/>
            <a:ext cx="3627929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ea typeface="+mn-lt"/>
                <a:cs typeface="+mn-lt"/>
              </a:rPr>
              <a:t>Redemption can happen at Partner sites (BAKKT, BlackHawk, Digital Channels (Promo code) and at Partner point of sale.</a:t>
            </a:r>
            <a:endParaRPr lang="en-US"/>
          </a:p>
          <a:p>
            <a:r>
              <a:rPr lang="en-US" sz="1200">
                <a:ea typeface="Calibri"/>
                <a:cs typeface="Calibri"/>
              </a:rPr>
              <a:t>Redemption can be batch process or real-time for specific use-cases.</a:t>
            </a:r>
          </a:p>
          <a:p>
            <a:r>
              <a:rPr lang="en-US" sz="1200">
                <a:ea typeface="Calibri"/>
                <a:cs typeface="Calibri"/>
              </a:rPr>
              <a:t>Loyalty Engine does offer evaluation based on campaign criteria and awards the Bonus points depending upon business rules.</a:t>
            </a:r>
          </a:p>
          <a:p>
            <a:endParaRPr lang="en-US" sz="1200">
              <a:ea typeface="Calibri"/>
              <a:cs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8F5142-A4B2-6FE8-BEAA-B694218BF150}"/>
              </a:ext>
            </a:extLst>
          </p:cNvPr>
          <p:cNvSpPr/>
          <p:nvPr/>
        </p:nvSpPr>
        <p:spPr>
          <a:xfrm>
            <a:off x="8065203" y="1646608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CC0B517-9E9D-B2D3-16A4-F0CA3749C0F9}"/>
              </a:ext>
            </a:extLst>
          </p:cNvPr>
          <p:cNvSpPr/>
          <p:nvPr/>
        </p:nvSpPr>
        <p:spPr>
          <a:xfrm>
            <a:off x="8065202" y="2593191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FD546A-99E7-9909-929C-14C0329B86B5}"/>
              </a:ext>
            </a:extLst>
          </p:cNvPr>
          <p:cNvSpPr/>
          <p:nvPr/>
        </p:nvSpPr>
        <p:spPr>
          <a:xfrm>
            <a:off x="8065203" y="4155055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1306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19" y="100036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/>
                <a:cs typeface="Poppins"/>
              </a:rPr>
              <a:t>High-Level Phase 1 State E2E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84DDB4-406F-0C66-C1F6-0CE390F4417F}"/>
              </a:ext>
            </a:extLst>
          </p:cNvPr>
          <p:cNvSpPr txBox="1"/>
          <p:nvPr/>
        </p:nvSpPr>
        <p:spPr>
          <a:xfrm>
            <a:off x="7794335" y="866125"/>
            <a:ext cx="364907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Key highlights: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/>
              <a:t>Salesforce Loyalty Management and other Salesforce Marketing cloud tools to co-exist with LE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Only program level offers to be configured in SFLM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Mutually exclusive campaigns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BNS/Recipe to continue using LE in Phase 1</a:t>
            </a:r>
          </a:p>
          <a:p>
            <a:pPr marL="285750" indent="-285750">
              <a:buFont typeface="Arial"/>
              <a:buChar char="•"/>
            </a:pPr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982A6-04EF-2662-4DEA-E98C2EB83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8" y="718877"/>
            <a:ext cx="7421581" cy="50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4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65626-19B5-1187-8A6B-0665B5CE2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8DFC70-4471-037C-2938-1A1DF783B0F6}"/>
              </a:ext>
            </a:extLst>
          </p:cNvPr>
          <p:cNvSpPr txBox="1">
            <a:spLocks/>
          </p:cNvSpPr>
          <p:nvPr/>
        </p:nvSpPr>
        <p:spPr>
          <a:xfrm>
            <a:off x="201684" y="186673"/>
            <a:ext cx="11241730" cy="62800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355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Haettenschweiler" panose="020B0706040902060204" pitchFamily="34" charset="0"/>
                <a:ea typeface="+mj-ea"/>
                <a:cs typeface="+mj-cs"/>
              </a:defRPr>
            </a:lvl1pPr>
          </a:lstStyle>
          <a:p>
            <a:r>
              <a:rPr lang="en-CA" sz="2400" b="1">
                <a:latin typeface="Poppins"/>
                <a:cs typeface="Poppins"/>
              </a:rPr>
              <a:t>Create Offer Current State vs Phase 1 with SFLM</a:t>
            </a:r>
            <a:endParaRPr lang="en-CA" sz="24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0938F8-159C-B172-960B-ECB635AAFBEF}"/>
              </a:ext>
            </a:extLst>
          </p:cNvPr>
          <p:cNvCxnSpPr>
            <a:cxnSpLocks/>
          </p:cNvCxnSpPr>
          <p:nvPr/>
        </p:nvCxnSpPr>
        <p:spPr>
          <a:xfrm>
            <a:off x="4711952" y="725597"/>
            <a:ext cx="10788" cy="4297680"/>
          </a:xfrm>
          <a:prstGeom prst="straightConnector1">
            <a:avLst/>
          </a:prstGeom>
          <a:ln>
            <a:solidFill>
              <a:schemeClr val="accent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F1DB62-49F7-3BE6-6A4D-AA8073493C4D}"/>
              </a:ext>
            </a:extLst>
          </p:cNvPr>
          <p:cNvSpPr txBox="1"/>
          <p:nvPr/>
        </p:nvSpPr>
        <p:spPr>
          <a:xfrm>
            <a:off x="1506183" y="4262456"/>
            <a:ext cx="29401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2400" b="1">
                <a:ea typeface="+mn-lt"/>
                <a:cs typeface="+mn-lt"/>
              </a:rPr>
              <a:t>Current State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38130B-7CFC-D8E0-7D52-DE1F5B1DF41C}"/>
              </a:ext>
            </a:extLst>
          </p:cNvPr>
          <p:cNvSpPr txBox="1"/>
          <p:nvPr/>
        </p:nvSpPr>
        <p:spPr>
          <a:xfrm>
            <a:off x="5254067" y="4246644"/>
            <a:ext cx="44303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2400" b="1">
                <a:ea typeface="+mn-lt"/>
                <a:cs typeface="+mn-lt"/>
              </a:rPr>
              <a:t>Phase 1 - Future State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3FA54C-4D28-81FC-85E9-12FB16F85A2C}"/>
              </a:ext>
            </a:extLst>
          </p:cNvPr>
          <p:cNvSpPr txBox="1"/>
          <p:nvPr/>
        </p:nvSpPr>
        <p:spPr>
          <a:xfrm>
            <a:off x="965987" y="5042118"/>
            <a:ext cx="879713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 panose="020F0502020204030204"/>
                <a:cs typeface="Calibri" panose="020F0502020204030204"/>
              </a:rPr>
              <a:t>Highlights: 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 panose="020F0502020204030204"/>
                <a:cs typeface="Calibri" panose="020F0502020204030204"/>
              </a:rPr>
              <a:t>Includes Salesforce Loyalty Management Software for Campaign management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 panose="020F0502020204030204"/>
                <a:cs typeface="Calibri" panose="020F0502020204030204"/>
              </a:rPr>
              <a:t>Includes Marketing Cloud Personalization software for Segment based event propagation to digital channels 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 panose="020F0502020204030204"/>
                <a:cs typeface="Calibri" panose="020F0502020204030204"/>
              </a:rPr>
              <a:t>Mutually Exclusive Offers &amp; Campaigns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 panose="020F0502020204030204"/>
                <a:cs typeface="Calibri" panose="020F0502020204030204"/>
              </a:rPr>
              <a:t>Different Content Zones for offers (Offer prioritization is manual coordination)</a:t>
            </a:r>
          </a:p>
          <a:p>
            <a:pPr marL="285750" indent="-285750">
              <a:buFont typeface="Arial"/>
              <a:buChar char="•"/>
            </a:pP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 descr="A diagram of a software company&#10;&#10;Description automatically generated">
            <a:extLst>
              <a:ext uri="{FF2B5EF4-FFF2-40B4-BE49-F238E27FC236}">
                <a16:creationId xmlns:a16="http://schemas.microsoft.com/office/drawing/2014/main" id="{1B1B29BD-2D2B-D432-5A5D-32EF04299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84" y="646331"/>
            <a:ext cx="4468211" cy="2614449"/>
          </a:xfrm>
          <a:prstGeom prst="rect">
            <a:avLst/>
          </a:prstGeom>
        </p:spPr>
      </p:pic>
      <p:pic>
        <p:nvPicPr>
          <p:cNvPr id="4" name="Picture 3" descr="A diagram of a company&#10;&#10;Description automatically generated">
            <a:extLst>
              <a:ext uri="{FF2B5EF4-FFF2-40B4-BE49-F238E27FC236}">
                <a16:creationId xmlns:a16="http://schemas.microsoft.com/office/drawing/2014/main" id="{2FEF02C9-5EB0-22B5-3D08-95A127032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37" y="632526"/>
            <a:ext cx="4021035" cy="3629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47174-7C88-C103-F62A-B7DCA256D27F}"/>
              </a:ext>
            </a:extLst>
          </p:cNvPr>
          <p:cNvSpPr txBox="1"/>
          <p:nvPr/>
        </p:nvSpPr>
        <p:spPr>
          <a:xfrm>
            <a:off x="10336696" y="1869502"/>
            <a:ext cx="193576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Create Program level Offers in SFLM</a:t>
            </a:r>
          </a:p>
          <a:p>
            <a:endParaRPr lang="en-US" sz="1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951EC5-93EF-8ACB-7C70-8731C8CA14E1}"/>
              </a:ext>
            </a:extLst>
          </p:cNvPr>
          <p:cNvSpPr/>
          <p:nvPr/>
        </p:nvSpPr>
        <p:spPr>
          <a:xfrm>
            <a:off x="7353072" y="2130274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E08C44-BA50-1960-D1D4-00E9AD5791D9}"/>
              </a:ext>
            </a:extLst>
          </p:cNvPr>
          <p:cNvSpPr/>
          <p:nvPr/>
        </p:nvSpPr>
        <p:spPr>
          <a:xfrm>
            <a:off x="10069767" y="2016684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4436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company&#10;&#10;Description automatically generated">
            <a:extLst>
              <a:ext uri="{FF2B5EF4-FFF2-40B4-BE49-F238E27FC236}">
                <a16:creationId xmlns:a16="http://schemas.microsoft.com/office/drawing/2014/main" id="{43127E3E-22A3-88E5-C0EB-C121A0F84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31" y="1128665"/>
            <a:ext cx="5896305" cy="32763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65626-19B5-1187-8A6B-0665B5CE2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8DFC70-4471-037C-2938-1A1DF783B0F6}"/>
              </a:ext>
            </a:extLst>
          </p:cNvPr>
          <p:cNvSpPr txBox="1">
            <a:spLocks/>
          </p:cNvSpPr>
          <p:nvPr/>
        </p:nvSpPr>
        <p:spPr>
          <a:xfrm>
            <a:off x="358177" y="257151"/>
            <a:ext cx="11241730" cy="36887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355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Haettenschweiler" panose="020B0706040902060204" pitchFamily="34" charset="0"/>
                <a:ea typeface="+mj-ea"/>
                <a:cs typeface="+mj-cs"/>
              </a:defRPr>
            </a:lvl1pPr>
          </a:lstStyle>
          <a:p>
            <a:r>
              <a:rPr lang="en-CA" sz="2400" b="1">
                <a:latin typeface="Poppins"/>
                <a:cs typeface="Poppins"/>
              </a:rPr>
              <a:t>Offer Promotion Current Vs Option 1-Phase 1 with SFLM</a:t>
            </a:r>
            <a:endParaRPr lang="en-CA" sz="24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240762-D80E-4E26-32C5-F8B47B8EE9B0}"/>
              </a:ext>
            </a:extLst>
          </p:cNvPr>
          <p:cNvGrpSpPr/>
          <p:nvPr/>
        </p:nvGrpSpPr>
        <p:grpSpPr>
          <a:xfrm>
            <a:off x="712835" y="1354333"/>
            <a:ext cx="4992410" cy="646734"/>
            <a:chOff x="943985" y="2760974"/>
            <a:chExt cx="4311566" cy="6467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039885-A363-5454-3AE9-DA4CB747F586}"/>
                </a:ext>
              </a:extLst>
            </p:cNvPr>
            <p:cNvSpPr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CA" sz="1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9C5F9-7C9C-41C3-CF25-7A4F8EC0EA8B}"/>
                </a:ext>
              </a:extLst>
            </p:cNvPr>
            <p:cNvSpPr txBox="1"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US" sz="1600" kern="1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4BA74B-D30C-E26E-9BD8-42D83D20B942}"/>
              </a:ext>
            </a:extLst>
          </p:cNvPr>
          <p:cNvGrpSpPr/>
          <p:nvPr/>
        </p:nvGrpSpPr>
        <p:grpSpPr>
          <a:xfrm>
            <a:off x="6788842" y="1339642"/>
            <a:ext cx="4311566" cy="646734"/>
            <a:chOff x="943985" y="2760974"/>
            <a:chExt cx="4311566" cy="64673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9D2A36D-B538-D8D7-7C3A-F80E7B1AE36F}"/>
                </a:ext>
              </a:extLst>
            </p:cNvPr>
            <p:cNvSpPr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CA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7DB441-5DA1-0983-207C-54DAB8A0B774}"/>
                </a:ext>
              </a:extLst>
            </p:cNvPr>
            <p:cNvSpPr txBox="1"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US" sz="1600" kern="1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CE5D41C-698E-C69C-EA79-2D710A257230}"/>
              </a:ext>
            </a:extLst>
          </p:cNvPr>
          <p:cNvSpPr/>
          <p:nvPr/>
        </p:nvSpPr>
        <p:spPr>
          <a:xfrm>
            <a:off x="779693" y="888649"/>
            <a:ext cx="7197499" cy="478890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1B55CC-87DA-ED0A-2AA7-659FE4846044}"/>
              </a:ext>
            </a:extLst>
          </p:cNvPr>
          <p:cNvCxnSpPr/>
          <p:nvPr/>
        </p:nvCxnSpPr>
        <p:spPr>
          <a:xfrm flipH="1">
            <a:off x="6074420" y="625110"/>
            <a:ext cx="9442" cy="4205159"/>
          </a:xfrm>
          <a:prstGeom prst="straightConnector1">
            <a:avLst/>
          </a:prstGeom>
          <a:ln>
            <a:solidFill>
              <a:schemeClr val="accent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EEAF30-5031-3B7D-C35B-BDED3A116F53}"/>
              </a:ext>
            </a:extLst>
          </p:cNvPr>
          <p:cNvSpPr txBox="1"/>
          <p:nvPr/>
        </p:nvSpPr>
        <p:spPr>
          <a:xfrm>
            <a:off x="1240779" y="4126938"/>
            <a:ext cx="29401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2400" b="1">
                <a:ea typeface="+mn-lt"/>
                <a:cs typeface="+mn-lt"/>
              </a:rPr>
              <a:t>Current State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3AFF7-1855-762C-0F3B-F4F644D32066}"/>
              </a:ext>
            </a:extLst>
          </p:cNvPr>
          <p:cNvSpPr txBox="1"/>
          <p:nvPr/>
        </p:nvSpPr>
        <p:spPr>
          <a:xfrm>
            <a:off x="6729430" y="4302305"/>
            <a:ext cx="50670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2400" b="1">
                <a:ea typeface="+mn-lt"/>
                <a:cs typeface="+mn-lt"/>
              </a:rPr>
              <a:t>Option 1-Phase 1 - Future State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F763DA-A056-35D2-EB37-CB98162B3682}"/>
              </a:ext>
            </a:extLst>
          </p:cNvPr>
          <p:cNvSpPr txBox="1"/>
          <p:nvPr/>
        </p:nvSpPr>
        <p:spPr>
          <a:xfrm>
            <a:off x="112937" y="5309290"/>
            <a:ext cx="1173345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>
              <a:ea typeface="Calibri"/>
              <a:cs typeface="Calibri"/>
            </a:endParaRPr>
          </a:p>
          <a:p>
            <a:r>
              <a:rPr lang="en-US" sz="1400">
                <a:ea typeface="Calibri"/>
                <a:cs typeface="Calibri"/>
              </a:rPr>
              <a:t>Note:</a:t>
            </a:r>
          </a:p>
          <a:p>
            <a:r>
              <a:rPr lang="en-US" sz="1400">
                <a:ea typeface="Calibri"/>
                <a:cs typeface="Calibri"/>
              </a:rPr>
              <a:t>CSM doesn't have any ability to view the offers delivered to member due to lack of direct integration with MCP. Requires further assessment.</a:t>
            </a:r>
            <a:endParaRPr lang="en-US" sz="1400">
              <a:cs typeface="Calibri"/>
            </a:endParaRPr>
          </a:p>
        </p:txBody>
      </p:sp>
      <p:pic>
        <p:nvPicPr>
          <p:cNvPr id="7" name="Picture 6" descr="A diagram of a company&#10;&#10;Description automatically generated">
            <a:extLst>
              <a:ext uri="{FF2B5EF4-FFF2-40B4-BE49-F238E27FC236}">
                <a16:creationId xmlns:a16="http://schemas.microsoft.com/office/drawing/2014/main" id="{E00C2AFB-2B00-9C09-CE54-E59537A5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910" y="1079635"/>
            <a:ext cx="5906815" cy="320100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1AC730-3381-5034-A260-52C7944C916F}"/>
              </a:ext>
            </a:extLst>
          </p:cNvPr>
          <p:cNvSpPr/>
          <p:nvPr/>
        </p:nvSpPr>
        <p:spPr>
          <a:xfrm>
            <a:off x="8309121" y="2835479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7F45C-1933-97D8-C92F-0FAE08393FE2}"/>
              </a:ext>
            </a:extLst>
          </p:cNvPr>
          <p:cNvSpPr txBox="1"/>
          <p:nvPr/>
        </p:nvSpPr>
        <p:spPr>
          <a:xfrm>
            <a:off x="6815404" y="4960099"/>
            <a:ext cx="457199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JavaScript beacon and SDK integration with Channels to dynamically stream personalized offers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7E2551-0A38-F071-74CC-D14AEBA7537F}"/>
              </a:ext>
            </a:extLst>
          </p:cNvPr>
          <p:cNvSpPr/>
          <p:nvPr/>
        </p:nvSpPr>
        <p:spPr>
          <a:xfrm>
            <a:off x="6614735" y="5112013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0085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ompany&#10;&#10;Description automatically generated">
            <a:extLst>
              <a:ext uri="{FF2B5EF4-FFF2-40B4-BE49-F238E27FC236}">
                <a16:creationId xmlns:a16="http://schemas.microsoft.com/office/drawing/2014/main" id="{39FFB4C3-DC51-AFF7-223D-871D786EF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387" y="615192"/>
            <a:ext cx="5425629" cy="37261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65626-19B5-1187-8A6B-0665B5CE2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8DFC70-4471-037C-2938-1A1DF783B0F6}"/>
              </a:ext>
            </a:extLst>
          </p:cNvPr>
          <p:cNvSpPr txBox="1">
            <a:spLocks/>
          </p:cNvSpPr>
          <p:nvPr/>
        </p:nvSpPr>
        <p:spPr>
          <a:xfrm>
            <a:off x="337461" y="248722"/>
            <a:ext cx="11241730" cy="565772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355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Haettenschweiler" panose="020B0706040902060204" pitchFamily="34" charset="0"/>
                <a:ea typeface="+mj-ea"/>
                <a:cs typeface="+mj-cs"/>
              </a:defRPr>
            </a:lvl1pPr>
          </a:lstStyle>
          <a:p>
            <a:r>
              <a:rPr lang="en-CA" sz="2400" b="1">
                <a:latin typeface="Poppins"/>
                <a:cs typeface="Poppins"/>
              </a:rPr>
              <a:t>Offer Redemption Current Vs Option 1 – Phase 1 Operation with SFLM</a:t>
            </a:r>
            <a:endParaRPr lang="en-CA" sz="2400" b="1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240762-D80E-4E26-32C5-F8B47B8EE9B0}"/>
              </a:ext>
            </a:extLst>
          </p:cNvPr>
          <p:cNvGrpSpPr/>
          <p:nvPr/>
        </p:nvGrpSpPr>
        <p:grpSpPr>
          <a:xfrm>
            <a:off x="712835" y="1354333"/>
            <a:ext cx="4992410" cy="646734"/>
            <a:chOff x="943985" y="2760974"/>
            <a:chExt cx="4311566" cy="6467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039885-A363-5454-3AE9-DA4CB747F586}"/>
                </a:ext>
              </a:extLst>
            </p:cNvPr>
            <p:cNvSpPr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CA" sz="1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9C5F9-7C9C-41C3-CF25-7A4F8EC0EA8B}"/>
                </a:ext>
              </a:extLst>
            </p:cNvPr>
            <p:cNvSpPr txBox="1"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US" sz="1600" kern="1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4BA74B-D30C-E26E-9BD8-42D83D20B942}"/>
              </a:ext>
            </a:extLst>
          </p:cNvPr>
          <p:cNvGrpSpPr/>
          <p:nvPr/>
        </p:nvGrpSpPr>
        <p:grpSpPr>
          <a:xfrm>
            <a:off x="6788842" y="1339642"/>
            <a:ext cx="4311566" cy="646734"/>
            <a:chOff x="943985" y="2760974"/>
            <a:chExt cx="4311566" cy="64673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9D2A36D-B538-D8D7-7C3A-F80E7B1AE36F}"/>
                </a:ext>
              </a:extLst>
            </p:cNvPr>
            <p:cNvSpPr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CA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7DB441-5DA1-0983-207C-54DAB8A0B774}"/>
                </a:ext>
              </a:extLst>
            </p:cNvPr>
            <p:cNvSpPr txBox="1"/>
            <p:nvPr/>
          </p:nvSpPr>
          <p:spPr>
            <a:xfrm>
              <a:off x="943985" y="2760974"/>
              <a:ext cx="4311566" cy="6467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001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endParaRPr lang="en-US" sz="1600" kern="12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CE5D41C-698E-C69C-EA79-2D710A257230}"/>
              </a:ext>
            </a:extLst>
          </p:cNvPr>
          <p:cNvSpPr/>
          <p:nvPr/>
        </p:nvSpPr>
        <p:spPr>
          <a:xfrm>
            <a:off x="779693" y="888649"/>
            <a:ext cx="7197499" cy="478890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1B55CC-87DA-ED0A-2AA7-659FE4846044}"/>
              </a:ext>
            </a:extLst>
          </p:cNvPr>
          <p:cNvCxnSpPr/>
          <p:nvPr/>
        </p:nvCxnSpPr>
        <p:spPr>
          <a:xfrm flipH="1">
            <a:off x="5856706" y="625110"/>
            <a:ext cx="9442" cy="4205159"/>
          </a:xfrm>
          <a:prstGeom prst="straightConnector1">
            <a:avLst/>
          </a:prstGeom>
          <a:ln>
            <a:solidFill>
              <a:schemeClr val="accent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EEAF30-5031-3B7D-C35B-BDED3A116F53}"/>
              </a:ext>
            </a:extLst>
          </p:cNvPr>
          <p:cNvSpPr txBox="1"/>
          <p:nvPr/>
        </p:nvSpPr>
        <p:spPr>
          <a:xfrm>
            <a:off x="1149722" y="4322229"/>
            <a:ext cx="29401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2400" b="1">
                <a:ea typeface="+mn-lt"/>
                <a:cs typeface="+mn-lt"/>
              </a:rPr>
              <a:t>Current State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3AFF7-1855-762C-0F3B-F4F644D32066}"/>
              </a:ext>
            </a:extLst>
          </p:cNvPr>
          <p:cNvSpPr txBox="1"/>
          <p:nvPr/>
        </p:nvSpPr>
        <p:spPr>
          <a:xfrm>
            <a:off x="6583629" y="4312113"/>
            <a:ext cx="46804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CA" sz="2400" b="1">
                <a:ea typeface="+mn-lt"/>
                <a:cs typeface="+mn-lt"/>
              </a:rPr>
              <a:t>Option 1 - Phase 1 - Future State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F763DA-A056-35D2-EB37-CB98162B3682}"/>
              </a:ext>
            </a:extLst>
          </p:cNvPr>
          <p:cNvSpPr txBox="1"/>
          <p:nvPr/>
        </p:nvSpPr>
        <p:spPr>
          <a:xfrm>
            <a:off x="335336" y="5223263"/>
            <a:ext cx="11733451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Calibri"/>
                <a:cs typeface="Calibri"/>
              </a:rPr>
              <a:t>To be confirmed: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Point history and bonus audit logs may be retrieved from LE (Bond).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Need to ensure that response format from SFLM is consistent with existing experience for CSM and member's digital experience (Bond)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ea typeface="Calibri"/>
                <a:cs typeface="Calibri"/>
              </a:rPr>
              <a:t>New reconciliation API to connect SFLM with  Synapze Core (Bond)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>
                <a:latin typeface="Arial"/>
                <a:cs typeface="Arial"/>
              </a:rPr>
              <a:t>Additional mapping efforts to conform to SFLM transaction journal sourcing data from Scene+ DW (FCB/Six)</a:t>
            </a:r>
          </a:p>
        </p:txBody>
      </p:sp>
      <p:pic>
        <p:nvPicPr>
          <p:cNvPr id="4" name="Picture 3" descr="A diagram of a company&#10;&#10;Description automatically generated">
            <a:extLst>
              <a:ext uri="{FF2B5EF4-FFF2-40B4-BE49-F238E27FC236}">
                <a16:creationId xmlns:a16="http://schemas.microsoft.com/office/drawing/2014/main" id="{4B967D3F-3312-FAB9-C037-922DD6C0B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59" y="617912"/>
            <a:ext cx="5444636" cy="34986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DB90296-69A9-D1EB-AAD9-A3CB51A419B2}"/>
              </a:ext>
            </a:extLst>
          </p:cNvPr>
          <p:cNvSpPr/>
          <p:nvPr/>
        </p:nvSpPr>
        <p:spPr>
          <a:xfrm>
            <a:off x="10151182" y="2429837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1694965-443A-D3B6-169B-BC0C73E704A2}"/>
              </a:ext>
            </a:extLst>
          </p:cNvPr>
          <p:cNvSpPr/>
          <p:nvPr/>
        </p:nvSpPr>
        <p:spPr>
          <a:xfrm>
            <a:off x="9313107" y="2507605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B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549D68-3FA1-ADFB-91B8-EBB4DC6352B9}"/>
              </a:ext>
            </a:extLst>
          </p:cNvPr>
          <p:cNvSpPr/>
          <p:nvPr/>
        </p:nvSpPr>
        <p:spPr>
          <a:xfrm>
            <a:off x="6804053" y="4832771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0F2403-C9A8-DD9E-3DFC-C0FBBDF7D4ED}"/>
              </a:ext>
            </a:extLst>
          </p:cNvPr>
          <p:cNvSpPr txBox="1"/>
          <p:nvPr/>
        </p:nvSpPr>
        <p:spPr>
          <a:xfrm>
            <a:off x="7044840" y="4783372"/>
            <a:ext cx="50241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Copy all transactions from Snowflake to SFLM Transaction Journal</a:t>
            </a:r>
          </a:p>
          <a:p>
            <a:endParaRPr lang="en-US" sz="12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A58AF6-88BF-61EC-35D3-A05DA580F81F}"/>
              </a:ext>
            </a:extLst>
          </p:cNvPr>
          <p:cNvSpPr/>
          <p:nvPr/>
        </p:nvSpPr>
        <p:spPr>
          <a:xfrm>
            <a:off x="6803836" y="5155695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ea typeface="Calibri"/>
                <a:cs typeface="Calibri"/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B30A60-1D8C-16D8-B842-3891CFFB8336}"/>
              </a:ext>
            </a:extLst>
          </p:cNvPr>
          <p:cNvSpPr/>
          <p:nvPr/>
        </p:nvSpPr>
        <p:spPr>
          <a:xfrm>
            <a:off x="8956575" y="2507604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</a:rPr>
              <a:t>C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D9FEFF-900C-6E67-D63C-D19DA816BC9A}"/>
              </a:ext>
            </a:extLst>
          </p:cNvPr>
          <p:cNvSpPr/>
          <p:nvPr/>
        </p:nvSpPr>
        <p:spPr>
          <a:xfrm>
            <a:off x="6803835" y="5456300"/>
            <a:ext cx="236017" cy="22253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000000"/>
                </a:solidFill>
                <a:ea typeface="Calibri"/>
                <a:cs typeface="Calibri"/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90F67D-F904-874C-88FD-3BABD110917B}"/>
              </a:ext>
            </a:extLst>
          </p:cNvPr>
          <p:cNvSpPr txBox="1"/>
          <p:nvPr/>
        </p:nvSpPr>
        <p:spPr>
          <a:xfrm>
            <a:off x="7046752" y="5124273"/>
            <a:ext cx="515922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Point Adjudication and reconciliation in </a:t>
            </a:r>
            <a:r>
              <a:rPr lang="en-US" sz="1200" err="1">
                <a:ea typeface="+mn-lt"/>
                <a:cs typeface="+mn-lt"/>
              </a:rPr>
              <a:t>Synapze</a:t>
            </a:r>
            <a:r>
              <a:rPr lang="en-US" sz="1200">
                <a:ea typeface="+mn-lt"/>
                <a:cs typeface="+mn-lt"/>
              </a:rPr>
              <a:t> LX via API Integration</a:t>
            </a:r>
          </a:p>
          <a:p>
            <a:pPr algn="l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E3CE67-35A2-3A7B-8852-55E0D9FD2E90}"/>
              </a:ext>
            </a:extLst>
          </p:cNvPr>
          <p:cNvSpPr txBox="1"/>
          <p:nvPr/>
        </p:nvSpPr>
        <p:spPr>
          <a:xfrm>
            <a:off x="7046752" y="5424881"/>
            <a:ext cx="520816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Real-time redemption of offers from </a:t>
            </a:r>
            <a:r>
              <a:rPr lang="en-US" sz="1200" err="1"/>
              <a:t>Synapze</a:t>
            </a:r>
            <a:r>
              <a:rPr lang="en-US" sz="1200" dirty="0"/>
              <a:t> LX core to LM</a:t>
            </a:r>
          </a:p>
        </p:txBody>
      </p:sp>
    </p:spTree>
    <p:extLst>
      <p:ext uri="{BB962C8B-B14F-4D97-AF65-F5344CB8AC3E}">
        <p14:creationId xmlns:p14="http://schemas.microsoft.com/office/powerpoint/2010/main" val="3600156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064A1-8718-CD06-A9B4-6292B5B08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687CC7-B262-604F-83F9-A8F3F3C8DE8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7D11B6-0707-FFCB-0A67-F576FCBE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69" y="471511"/>
            <a:ext cx="11241730" cy="765000"/>
          </a:xfrm>
        </p:spPr>
        <p:txBody>
          <a:bodyPr>
            <a:normAutofit/>
          </a:bodyPr>
          <a:lstStyle/>
          <a:p>
            <a:r>
              <a:rPr lang="en-CA" sz="2400" b="1">
                <a:latin typeface="Poppins" panose="00000500000000000000" pitchFamily="2" charset="0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41BFA-3713-8153-920E-E892D2936D7C}"/>
              </a:ext>
            </a:extLst>
          </p:cNvPr>
          <p:cNvSpPr txBox="1"/>
          <p:nvPr/>
        </p:nvSpPr>
        <p:spPr>
          <a:xfrm>
            <a:off x="694834" y="1474851"/>
            <a:ext cx="9803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/>
              <a:t>Obtain assessment of cost and delivery timeline for Phase 1</a:t>
            </a:r>
          </a:p>
          <a:p>
            <a:pPr marL="342900" indent="-342900">
              <a:buAutoNum type="arabicParenR"/>
            </a:pPr>
            <a:r>
              <a:rPr lang="en-US"/>
              <a:t>Obtain high level assessment of high-level cost and duration for Phase 2 and beyond</a:t>
            </a:r>
          </a:p>
        </p:txBody>
      </p:sp>
    </p:spTree>
    <p:extLst>
      <p:ext uri="{BB962C8B-B14F-4D97-AF65-F5344CB8AC3E}">
        <p14:creationId xmlns:p14="http://schemas.microsoft.com/office/powerpoint/2010/main" val="541923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A49775B8D8D6469F1E976BBB6B54BB" ma:contentTypeVersion="14" ma:contentTypeDescription="Create a new document." ma:contentTypeScope="" ma:versionID="bea4478384d89f4c385a2cc80e4d055e">
  <xsd:schema xmlns:xsd="http://www.w3.org/2001/XMLSchema" xmlns:xs="http://www.w3.org/2001/XMLSchema" xmlns:p="http://schemas.microsoft.com/office/2006/metadata/properties" xmlns:ns2="c0c6bb2f-2b84-4a59-b74e-2bf5c7174dae" xmlns:ns3="ae25f324-30f8-4403-8dce-361820e02df4" targetNamespace="http://schemas.microsoft.com/office/2006/metadata/properties" ma:root="true" ma:fieldsID="b1c59efd18f8956d0dddf4bbb30eb885" ns2:_="" ns3:_="">
    <xsd:import namespace="c0c6bb2f-2b84-4a59-b74e-2bf5c7174dae"/>
    <xsd:import namespace="ae25f324-30f8-4403-8dce-361820e02d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6bb2f-2b84-4a59-b74e-2bf5c7174d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2bf20f3-1dad-4cf2-8a60-565a4b6c0a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5f324-30f8-4403-8dce-361820e02df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ea17304-ac5a-4fca-bbe6-43a9203503dd}" ma:internalName="TaxCatchAll" ma:showField="CatchAllData" ma:web="ae25f324-30f8-4403-8dce-361820e02d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e25f324-30f8-4403-8dce-361820e02df4">
      <UserInfo>
        <DisplayName>Aakash Vajhallya</DisplayName>
        <AccountId>208</AccountId>
        <AccountType/>
      </UserInfo>
      <UserInfo>
        <DisplayName>Dhrithi Dandatikar</DisplayName>
        <AccountId>181</AccountId>
        <AccountType/>
      </UserInfo>
    </SharedWithUsers>
    <TaxCatchAll xmlns="ae25f324-30f8-4403-8dce-361820e02df4" xsi:nil="true"/>
    <lcf76f155ced4ddcb4097134ff3c332f xmlns="c0c6bb2f-2b84-4a59-b74e-2bf5c7174d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BF6D61-064C-4612-8C9D-70A2348914C6}">
  <ds:schemaRefs>
    <ds:schemaRef ds:uri="ae25f324-30f8-4403-8dce-361820e02df4"/>
    <ds:schemaRef ds:uri="c0c6bb2f-2b84-4a59-b74e-2bf5c7174d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F7134C1-98C7-444F-8B46-66EEC714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5B9505-CEAB-41BE-B4FE-E9B63777DE93}">
  <ds:schemaRefs>
    <ds:schemaRef ds:uri="ae25f324-30f8-4403-8dce-361820e02df4"/>
    <ds:schemaRef ds:uri="c0c6bb2f-2b84-4a59-b74e-2bf5c7174da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Campaign Management Automation  Delivery Roadmap</vt:lpstr>
      <vt:lpstr>Agenda</vt:lpstr>
      <vt:lpstr>Objective</vt:lpstr>
      <vt:lpstr>High Level Requirements</vt:lpstr>
      <vt:lpstr>Delivery Roadmap</vt:lpstr>
      <vt:lpstr>Phase 1 – Impacted Systems </vt:lpstr>
      <vt:lpstr>High Level - Current State E2E Architecture</vt:lpstr>
      <vt:lpstr>High-Level Phase 1 State E2E Architecture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Automation  Architecture Evaluation</dc:title>
  <dc:creator>Noel Siao</dc:creator>
  <cp:revision>36</cp:revision>
  <dcterms:created xsi:type="dcterms:W3CDTF">2024-04-18T17:56:19Z</dcterms:created>
  <dcterms:modified xsi:type="dcterms:W3CDTF">2024-05-03T20:59:10Z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0x010100F3A49775B8D8D6469F1E976BBB6B54BB</vt:lpwstr>
  </property>
  <property fmtid="{D5CDD505-2E9C-101B-9397-08002B2CF9AE}" pid="3" name="MediaServiceImageTags">
    <vt:lpwstr/>
  </property>
</Properties>
</file>